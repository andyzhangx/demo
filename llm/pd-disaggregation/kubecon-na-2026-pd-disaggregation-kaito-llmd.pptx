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am a 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the basics of prefill and decode, and why it makes sense to separate them. Then, we’ll introduce </a:t>
            </a:r>
            <a:r>
              <a:rPr lang="en-US" altLang="zh-CN" sz="1200" dirty="0" err="1"/>
              <a:t>llm</a:t>
            </a:r>
            <a:r>
              <a:rPr lang="en-US" altLang="zh-CN" sz="1200" dirty="0"/>
              <a:t>-d and KAITO and show how they work together to support P/D disaggregation. Finally, we’ll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Use the final position’s scores to select “Kubernetes”. Decode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r>
              <a:rPr lang="en-US" altLang="zh-CN" sz="1200" dirty="0"/>
              <a:t>They show why starting an answer quickly and keeping it flowing smoothly are two different goals.</a:t>
            </a:r>
          </a:p>
          <a:p>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One request has two latency targets. How soon does the answer start, and does it keep flowing smoothly? Prefill processes the input and is often compute-bound. Decode generates tokens and is often memory-bandwidth-bound. We measure time to first token, or TTFT, and inter-token latency, or ITL. TPOT is the average time per output token. Queueing and delivery matter too.</a:t>
            </a:r>
          </a:p>
          <a:p>
            <a:r>
              <a:rPr lang="en-US" sz="1200" dirty="0"/>
              <a:t>Our goal is to serve more requests while meeting both latency targets. SLO goodput means the number of requests per second that meet both targets. If we complete 100 requests per second, but only 70 meet both targets, our SLO goodput is 70 requests per second. These are illustrative numbers, not benchmark results.</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a:t>
            </a:r>
            <a:r>
              <a:rPr lang="en-US" sz="1200" dirty="0"/>
              <a:t>D is ongoing decode. P is prefill for a new request. Where should P run? On the shared GPU, prefill can pause decode. On separate GPUs, decode can continue while prefill runs elsewhere.</a:t>
            </a:r>
          </a:p>
          <a:p>
            <a:r>
              <a:rPr lang="en-US" sz="1200" dirty="0"/>
              <a:t>The new request still needs a KV handoff. Separate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endParaRPr lang="en-US" sz="120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pools let us tune each phase independently. The payoff is choosing capacity for each phase, not just running two deployments.</a:t>
            </a:r>
          </a:p>
          <a:p>
            <a:r>
              <a:rPr lang="en-US" sz="1200" dirty="0"/>
              <a:t>Prefill is often compute-bound. Tune its capacity and parallelism for TTFT. On the other hand,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These are examples, not a ranking. Some approaches can work together.</a:t>
            </a:r>
          </a:p>
          <a:p>
            <a:r>
              <a:rPr lang="en-US" sz="1200" dirty="0"/>
              <a:t>The middle column shows the serving and routing path; the right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Declarative APIs already exist. P/D deployment options already exist. KAITO aims to make them easier to use. For KAITO users, that means less manual configuration to maintain. Let’s start with </a:t>
            </a:r>
            <a:r>
              <a:rPr lang="en-US" sz="1200" dirty="0" err="1"/>
              <a:t>llm</a:t>
            </a:r>
            <a:r>
              <a:rPr lang="en-US" sz="1200"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connects serving runtimes, routing and KV transport on Kubernetes. It joined the CNCF Sandbox in March 2026.</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Gateway API connects inference routing to Kubernetes. We combine runtimes, routing plugins and KV transport. </a:t>
            </a:r>
            <a:r>
              <a:rPr lang="en-US" altLang="zh-CN" sz="1200" dirty="0"/>
              <a:t>We have 4 </a:t>
            </a:r>
            <a:r>
              <a:rPr lang="en-US" altLang="zh-CN" sz="1200" b="0" i="0" u="none" strike="noStrike" cap="none" spc="0" dirty="0">
                <a:solidFill>
                  <a:srgbClr val="000000"/>
                </a:solidFill>
                <a:latin typeface="Arial"/>
                <a:cs typeface="Arial"/>
                <a:sym typeface="Arial"/>
              </a:rPr>
              <a:t>well-lit paths with t</a:t>
            </a:r>
            <a:r>
              <a:rPr lang="en-US" sz="1200" dirty="0"/>
              <a:t>ested deployment patterns make trade-offs clear. The idea is to connect existing tools, not replace them. We still need to validate those patterns with our own models, hardware and traffic.</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are reusable capabilities, not a performance guarantee. We build on the serving runtime, not replace it. The community graphic shows project history, not serving performance.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r>
              <a:rPr lang="en-US" sz="1200" dirty="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llm-d calls these “well-lit paths”: tested deployment patterns that explain the trade-offs.</a:t>
            </a:r>
          </a:p>
          <a:p>
            <a:r>
              <a:rPr lang="en-US" sz="1200"/>
              <a:t>Where should this request run? Where should reusable state live? How should a large MoE model run across GPUs?</a:t>
            </a:r>
          </a:p>
          <a:p>
            <a:r>
              <a:rPr lang="en-US" sz="1200"/>
              <a:t>MoE means Mixture of Experts—a team of specialists. The model picks a few experts to help process each token.</a:t>
            </a:r>
          </a:p>
          <a:p>
            <a:r>
              <a:rPr lang="en-US" sz="1200"/>
              <a:t>And how should prompt and generation capacity differ? 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endParaRPr lang="en-US" sz="120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a:t>MoE means Mixture of Experts—a team of specialists.</a:t>
            </a:r>
          </a:p>
          <a:p>
            <a:pPr>
              <a:spcAft>
                <a:spcPts val="100"/>
              </a:spcAft>
              <a:defRPr sz="1350" b="0">
                <a:solidFill>
                  <a:srgbClr val="142C46"/>
                </a:solidFill>
                <a:latin typeface="Arial"/>
              </a:defRPr>
            </a:pPr>
            <a:r>
              <a:rPr cap="none"/>
              <a:t>The model picks a few experts to help process each token.</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9119</TotalTime>
  <Words>13367</Words>
  <Application>Microsoft Office PowerPoint</Application>
  <PresentationFormat>On-screen Show (16:9)</PresentationFormat>
  <Paragraphs>1300</Paragraphs>
  <Slides>52</Slides>
  <Notes>52</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310</cp:revision>
  <dcterms:created xsi:type="dcterms:W3CDTF">2019-07-29T21:37:05Z</dcterms:created>
  <dcterms:modified xsi:type="dcterms:W3CDTF">2026-10-27T09:23:00Z</dcterms:modified>
</cp:coreProperties>
</file>