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Welcome to Cloud Native AI and Inference Day. Today we want to tackle a practical question: the work an LLM does before it starts answering is different from the work it does while the answer is streaming. If both share the same GPUs, how do we balance responsiveness and capacity? And if we separate them, how do we operate that on Kubernetes?</a:t>
            </a:r>
          </a:p>
          <a:p>
            <a:r>
              <a:rPr lang="en-US" sz="1200"/>
              <a:t>We’ll start with a single request, then look at how KAITO and llm-d fit together. The goal is not separation for its own sake. It’s understanding when the split is useful, and what we take on when we make it.</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Our title is ‘Prefill here, decode there.’ In plain terms, one group of workers processes the prompt, and another continues generating the answer. We’ll call those two roles P and D throughout the talk.</a:t>
            </a:r>
          </a:p>
          <a:p>
            <a:r>
              <a:rPr lang="en-US" sz="1200"/>
              <a:t>That sounds like a simple division of work. But it is still one request: somebody has to select the workers, hand over the state, and manage capacity on both sides. That’s the thread we’ll follow through the KAITO and llm-d integration. We’ll also distinguish the capabilities available today from the autoscaling patterns that still need integration work and validation.</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We’re Andy Zhang and Linbo He, both principal software engineers at Microsoft and maintainers of KAITO. Andy also maintains CSI drivers, and Linbo is an OpenYurt maintainer.</a:t>
            </a:r>
          </a:p>
          <a:p>
            <a:r>
              <a:rPr lang="en-US" sz="1200"/>
              <a:t>That gives you a sense of our perspective today. We care not only about getting a model to run, but also about who manages the resources, how the components fit together, and what happens when the workload changes. Our GitHub handles are here if you’d like to continue the conversation through the projects afterward.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We’ll build this up in a few steps. First, we’ll follow an inference request and define prefill, decode, and the latency measures users actually experience. Then we’ll ask why we might separate the phases, including the transfer and operational costs.</a:t>
            </a:r>
          </a:p>
          <a:p>
            <a:r>
              <a:rPr lang="en-US" sz="1200"/>
              <a:t>With that context, we’ll introduce llm-d and KAITO and clarify what each owns. Then we’ll follow the topology, routing, and KV handoff through the integration. Finally, we’ll look at scaling each role: which signals to use, who owns the replica count, and what safeguards are needed. We’ll close with future directions and resources for trying the approach.</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Let’s start before the model says anything. Our prompt is ‘What does Kubernetes do?’ We’ve drawn one word per token, plus punctuation, so there are five positions. That’s a teaching example, not a real tokenizer’s output.</a:t>
            </a:r>
          </a:p>
          <a:p>
            <a:r>
              <a:rPr lang="en-US" sz="1200"/>
              <a:t>Prefill processes those prompt positions together, but it still uses causal attention: each position can attend only to itself and earlier positions. As the model runs, it saves the attention keys and values for the processed positions at each layer. That’s the KV cache—not just a saved copy of the prompt text, but attention state we can reuse.</a:t>
            </a:r>
          </a:p>
          <a:p>
            <a:r>
              <a:rPr lang="en-US" sz="1200"/>
              <a:t>The final prompt position produces the scores used to select the first output token, ‘Kubernetes.’ There’s an important detail here: selecting that token does not yet cache its own keys and values. Those are created when the token is consumed as the next input. That takes us into decode.</a:t>
            </a:r>
          </a:p>
          <a:p>
            <a:r>
              <a:rPr lang="en-US" sz="1200"/>
              <a:t/>
            </a: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We’ve selected ‘Kubernetes.’ How does the answer continue? In the first row, decode consumes ‘Kubernetes,’ reads the cached history, appends the keys and values for that input token, and selects ‘helps.’ The next row consumes ‘helps’ and selects ‘teams.’ We repeat that process until the answer is complete.</a:t>
            </a:r>
          </a:p>
          <a:p>
            <a:r>
              <a:rPr lang="en-US" sz="1200"/>
              <a:t>Keep those two actions separate: consuming a token and selecting the next one. The cache grows with the token we just consumed, not the token we just selected. And we reuse the previous KV state rather than recomputing the whole prompt at every step.</a:t>
            </a:r>
          </a:p>
          <a:p>
            <a:r>
              <a:rPr lang="en-US" sz="1200"/>
              <a:t>The timeline below switches to the client’s view. The wait from sending the request to receiving ‘Kubernetes’ is time to first token. The gaps between later arrivals are inter-token latency. These are schematic, not measured timings. They show why starting an answer quickly and keeping it flowing smoothly are two different goals.</a:t>
            </a:r>
          </a:p>
          <a:p>
            <a:r>
              <a:rPr lang="en-US" sz="1200"/>
              <a:t/>
            </a:r>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Put the phases together and we get the chain across the top: input arrives, uncached prompt positions are processed, KV state becomes available, and generation continues. But raw token throughput doesn’t tell us how that feels to a user.</a:t>
            </a:r>
          </a:p>
          <a:p>
            <a:r>
              <a:rPr lang="en-US" sz="1200"/>
              <a:t>On the left is time to first token, or TTFT: how long before the answer starts? Prefill is a major contributor, but queueing, coordination, and delivery also matter. On the right is inter-token latency, or ITL: how large are the gaps while the answer streams? Time per output token, or TPOT, summarizes the average output pace.</a:t>
            </a:r>
          </a:p>
          <a:p>
            <a:r>
              <a:rPr lang="en-US" sz="1200"/>
              <a:t>Prefill is often compute-bound; decode is often memory-bandwidth-bound. Those are useful tendencies, not universal rules. What we ultimately want is SLO goodput: requests per second that meet our service-level latency objectives. A higher token rate isn’t much help if more requests miss those targets. Now let’s see what happens when both phases share capacity.</a:t>
            </a:r>
          </a:p>
          <a:p>
            <a:r>
              <a:rPr lang="en-US" sz="1200"/>
              <a:t/>
            </a:r>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simplest starting point is the shared GPU pool on the left. Every worker handles both prefill and decode. Operationally, that is attractive: one deployment, one replica count, and fewer moving parts. We shouldn’t dismiss that simplicity just because a more elaborate architecture exists.</a:t>
            </a:r>
          </a:p>
          <a:p>
            <a:r>
              <a:rPr lang="en-US" sz="1200"/>
              <a:t>The tension appears when the traffic mix changes. Imagine a burst of long prompts arriving while existing requests are already generating. Prompt processing and ongoing generation now compete for the same resources, and token delivery can become less steady.</a:t>
            </a:r>
          </a:p>
          <a:p>
            <a:r>
              <a:rPr lang="en-US" sz="1200"/>
              <a:t>If we add a replica, we add capacity for both phases together—even if only one is under pressure. So there are two questions here: how does a worker schedule competing work, and how do we size the service? The shared pool couples those decisions. Let’s zoom in on the execution conflict before we talk about separate capacity.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Here, D is a decode step for ongoing work, and P is prefill for a new request. In the top row, decode is making progress on a shared GPU, then prefill takes an execution interval. Decode may have to wait. To the user, that can look like an answer that starts and then pauses.</a:t>
            </a:r>
          </a:p>
          <a:p>
            <a:r>
              <a:rPr lang="en-US" sz="1200"/>
              <a:t>In the lower rows, prefill runs on a separate GPU, removing that direct execution conflict from the decode GPU. Existing generation can continue. But the new request still needs a KV handoff before it can continue on decode. We’ve removed one source of interference, not every source of latency.</a:t>
            </a:r>
          </a:p>
          <a:p>
            <a:r>
              <a:rPr lang="en-US" sz="1200"/>
              <a:t>This is a conceptual schedule: block widths and gaps are not timings or benchmark results. Shared serving also has techniques such as chunked prefill to reduce pauses. So disaggregation is an option to evaluate, not the only remedy. Another reason to consider it is that the two phases batch different kinds of work.</a:t>
            </a:r>
          </a:p>
          <a:p>
            <a:r>
              <a:rPr lang="en-US" sz="1200"/>
              <a:t/>
            </a:r>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Start on the left. Prefill has many input positions available, so it can batch prompt positions from one or more requests while preserving causal attention. A long prompt itself provides substantial parallel work.</a:t>
            </a:r>
          </a:p>
          <a:p>
            <a:r>
              <a:rPr lang="en-US" sz="1200"/>
              <a:t>Ordinary decode looks different. On the right, each active request brings its own KV history and one newest input token. The runtime consumes that token and selects the next output for that request. Much of decode’s parallelism therefore comes from advancing multiple active requests together, rather than processing many new positions within a single sequence.</a:t>
            </a:r>
          </a:p>
          <a:p>
            <a:r>
              <a:rPr lang="en-US" sz="1200"/>
              <a:t>That’s why a bigger decode batch is not automatically better. More concurrent requests may improve utilization, but they also need more KV memory and can increase the interval between tokens. We have to batch within both the latency budget and the memory budget. Once the units of work are different, it makes sense that the best capacity and batching choices may differ too.</a:t>
            </a:r>
          </a:p>
          <a:p>
            <a:r>
              <a:rPr lang="en-US" sz="1200"/>
              <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payoff is not having two deployments. It’s being able to answer two capacity questions independently. If prompt processing is the bottleneck, we can focus on prefill capacity and parallelism to protect time to first token. If sustained generation is under pressure, we can focus on decode batching, bandwidth, and active KV state to protect token delivery.</a:t>
            </a:r>
          </a:p>
          <a:p>
            <a:r>
              <a:rPr lang="en-US" sz="1200"/>
              <a:t>The bottom row connects the reasoning: different latency targets, different resource needs, and therefore different configuration choices. Those choices include replica counts, batching policies, and tensor parallelism—distributing model computation across multiple GPUs. None is automatically better; separation simply removes the requirement that both phases share one compromise.</a:t>
            </a:r>
          </a:p>
          <a:p>
            <a:r>
              <a:rPr lang="en-US" sz="1200"/>
              <a:t>And that flexibility has a bill: KV transfer, additional copies of model weights, and more operational work. We should split only when phase-specific improvements cover those costs. Let’s make that new deployment boundary explicit.</a:t>
            </a:r>
          </a:p>
          <a:p>
            <a:r>
              <a:rPr lang="en-US" sz="1200"/>
              <a:t/>
            </a: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Now turn independent capacity into a deployment. The prefill pool on the left is sized for prompt pressure. The decode pool on the right is sized for sustained generation, bandwidth, and active KV memory. Each can have its own replica count and parallelism, but they still cooperate on one request.</a:t>
            </a:r>
          </a:p>
          <a:p>
            <a:r>
              <a:rPr lang="en-US" sz="1200"/>
              <a:t>The connection between them is the new boundary. When a request uses remote prefill, the resulting KV state has to become available to decode. Distinguish the data direction from who initiates the operation: KV data moves from prefill to decode, even when decode initiates the read.</a:t>
            </a:r>
          </a:p>
          <a:p>
            <a:r>
              <a:rPr lang="en-US" sz="1200"/>
              <a:t>Transfer and coordination costs matter alongside execution time on each GPU. And remote prefill is not mandatory for every request; cache availability and routing can lead to other paths. Two pools are the architectural starting point. Making their contracts agree on Kubernetes is the next challenge.</a:t>
            </a:r>
          </a:p>
          <a:p>
            <a:r>
              <a:rPr lang="en-US" sz="1200"/>
              <a:t/>
            </a: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Creating two Deployments does not finish the job. The center is still one model service, and the surrounding contracts all have to agree—not just initially, but as pods restart and replica counts change.</a:t>
            </a:r>
          </a:p>
          <a:p>
            <a:r>
              <a:rPr lang="en-US" sz="1200"/>
              <a:t>Routing must discover eligible backends and distinguish the roles. EPP means Endpoint Picker: the component that selects serving endpoints. The decode-side proxy then coordinates the request using that selection. Meanwhile, the runtimes need compatible KV connectors and transport settings. Selecting the right workers is not enough if they cannot exchange state.</a:t>
            </a:r>
          </a:p>
          <a:p>
            <a:r>
              <a:rPr lang="en-US" sz="1200"/>
              <a:t>Then there are labels, ports, readiness checks, and replica lifecycle. None is especially mysterious on its own. The difficult part is keeping their relationships consistent. That’s the orchestration gap: not another hand-written bundle of YAML, but something that maintains the contracts. Before introducing our composition, let’s place it alongside the other approaches in the ecosystem.</a:t>
            </a:r>
          </a:p>
          <a:p>
            <a:r>
              <a:rPr lang="en-US" sz="1200"/>
              <a:t/>
            </a: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There isn’t just one open-source route to P/D. These are representative approaches, not an adoption ranking or a set of mutually exclusive products. Dynamo offers an integrated inference stack. llm-d provides composable serving and routing components. AIBrix, KServe, Ray Serve, and vLLM Production Stack organize the capabilities through different APIs and deployment models.</a:t>
            </a:r>
          </a:p>
          <a:p>
            <a:r>
              <a:rPr lang="en-US" sz="1200"/>
              <a:t>The useful comparison is in the middle and right columns: how does serving connect to routing, and what does the Kubernetes user declare? Declarative APIs and custom resources already exist. The opportunity here is not to claim the first P/D custom resource.</a:t>
            </a:r>
          </a:p>
          <a:p>
            <a:r>
              <a:rPr lang="en-US" sz="1200"/>
              <a:t>For teams already using KAITO, the question is how to integrate reusable components into that operating model with less wiring to maintain. llm-d is a CNCF Sandbox project, and KServe is Incubating; those labels are project context, not performance scores. Let’s look more closely at llm-d’s approach.</a:t>
            </a:r>
          </a:p>
          <a:p>
            <a:r>
              <a:rPr lang="en-US" sz="1200"/>
              <a:t/>
            </a:r>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llm-d joined the CNCF in March 2026 as a Sandbox project. The key idea is composition. It does not replace vLLM, gateways, or storage systems. It connects serving runtimes, routing, and KV transport into a distributed inference stack on Kubernetes.</a:t>
            </a:r>
          </a:p>
          <a:p>
            <a:r>
              <a:rPr lang="en-US" sz="1200"/>
              <a:t>The three ideas here explain that approach. A modular architecture gives components clear responsibilities. Extensible components let routing plugins, runtimes, and transport work together without putting everything into one component. And well-lit paths provide tested deployment patterns with the important trade-offs made explicit.</a:t>
            </a:r>
          </a:p>
          <a:p>
            <a:r>
              <a:rPr lang="en-US" sz="1200"/>
              <a:t>So this is not a black box that takes over every layer. It is a common foundation we can compose and reason about. Reference paths reduce the amount of exploration required to get started, but we still need to validate them for our model, hardware, and traffic. Next, let’s look at the capabilities that foundation brings together.</a:t>
            </a:r>
          </a:p>
          <a:p>
            <a:r>
              <a:rPr lang="en-US" sz="1200"/>
              <a:t/>
            </a:r>
          </a:p>
          <a:p>
            <a:r>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These four areas address different problems. Mixture-of-experts, or MoE, serving uses expert parallelism to distribute expert computation across GPUs. Prefill/decode disaggregation separates the two phases and transfers KV state between their roles.</a:t>
            </a:r>
          </a:p>
          <a:p>
            <a:r>
              <a:rPr lang="en-US" sz="1200"/>
              <a:t>State-aware scheduling asks which worker is a good destination, using signals such as cache state and load through configured routing plugins. Capacity control asks how much serving capacity we need, using workload signals and latency objectives. The actual autoscaling policy remains integration-specific; this is not a promise that every deployment gets the same automatic controller.</a:t>
            </a:r>
          </a:p>
          <a:p>
            <a:r>
              <a:rPr lang="en-US" sz="1200"/>
              <a:t>The community graphic provides project history, not a serving benchmark. The takeaway is a set of architectural capabilities, not a throughput guarantee. In particular, choosing a worker and adding workers are different decisions. The well-lit paths turn these building blocks into deployment patterns that make those choices easier to understand.</a:t>
            </a:r>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Think of a well-lit path as a tested deployment route with useful signposts. It tells a platform team how components fit together, which problem the pattern addresses, and what trade-offs remain. It is not a guarantee that following the route on any hardware will produce a particular performance number.</a:t>
            </a:r>
          </a:p>
          <a:p>
            <a:r>
              <a:rPr lang="en-US" sz="1200"/>
              <a:t>Each path here answers a different question. Intelligent scheduling asks where a request should run. KV cache management asks where reusable state should live. Wide expert parallelism asks how expert computation for a large MoE model should execute across GPUs. P/D disaggregation asks how prompt processing and generation should differ in capacity and configuration.</a:t>
            </a:r>
          </a:p>
          <a:p>
            <a:r>
              <a:rPr lang="en-US" sz="1200"/>
              <a:t>These concerns can interact, but we don’t need to introduce every path at once. Today we’re following the P/D path. With the serving components in place, the next question is how to connect them to model deployment and Kubernetes lifecycle management. That brings us to KAITO.</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Speaker script</a:t>
            </a:r>
          </a:p>
          <a:p>
            <a:r>
              <a:rPr lang="en-US" sz="1200"/>
              <a:t>KAITO is a CNCF Sandbox project and a suite of Kubernetes operators for LLM inference, fine-tuning, and retrieval-augmented generation, or RAG. Where llm-d gives us serving components and reference paths, KAITO focuses on deploying and maintaining the model workload.</a:t>
            </a:r>
          </a:p>
          <a:p>
            <a:r>
              <a:rPr lang="en-US" sz="1200"/>
              <a:t>You can read these capabilities as an operating workflow. Select the model and GPU type, provision nodes based on model memory needs, and handle model onboarding and local caching. Once it is running, InferenceSet manages workload lifecycle and rolling upgrades. KAITO also integrates with Kubernetes Event-driven Autoscaling, or KEDA, for workload scaling.</a:t>
            </a:r>
          </a:p>
          <a:p>
            <a:r>
              <a:rPr lang="en-US" sz="1200"/>
              <a:t>Having a scaling mechanism is not the same as automatically supplying every P/D scaling policy; we’ll return to that boundary later. For now, the important idea is declarative intent that is maintained over time, rather than a container launched once. Let’s look at an InferenceSet and see what the user actually declares.</a:t>
            </a:r>
          </a:p>
          <a:p>
            <a:r>
              <a:rPr lang="en-US" sz="1200"/>
              <a:t/>
            </a: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We have seen what KAITO manages. Here is what the user actually declares. The resource is an InferenceSet, and the three inputs to notice are the model, the GPU instance type, and the number of serving replicas. This example selects a Qwen model, an A100 instance type, and three replicas. The labels let the controllers identify and manage the associated workloads.</a:t>
            </a:r>
          </a:p>
          <a:p>
            <a:r>
              <a:rPr lang="en-US" sz="1200"/>
              <a:t>Three replicas does not automatically mean three GPUs. A replica is a unit of serving capacity; how many GPUs or nodes it needs depends on the model and runtime configuration. We declare the desired state, and KAITO keeps reconciling the underlying resources toward it. This is more than generating YAML once. The next question is how KAITO goes from a model and an instance type to the resources needed for that replica.</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This calculation sizes the initial nodes; it does not decide how many serving replicas traffic requires. Start with the memory budget. We cannot use all GPU memory for model weights. In the calculation shown here, we take eighty-four percent, subtract roughly 2.3 GiB of fixed overhead, and reserve KV cache space based on the maximum context length. What remains is the estimated weight budget per GPU.</a:t>
            </a:r>
          </a:p>
          <a:p>
            <a:r>
              <a:rPr lang="en-US" sz="1200"/>
              <a:t>Next, add the illustrated two-percent weight margin, divide by that budget, and round up to get the GPU count. Divide again by GPUs per node to get the node count, recorded as targetNodeCount. The multi-node path shown uses tensor parallelism within nodes and pipeline parallelism across them. These constants and behaviors need to match the installed KAITO and runtime versions. Fitting the model is a starting point, not proof of concurrency or latency capacity. Now we can extend that resource model to separate prefill and decode roles.</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Why integrate llm-d into KAITO? The goal is specific: teams already using KAITO want P/D routing without abandoning their Kubernetes operating model or maintaining a second inference router. These three boxes describe responsibilities, not three consecutive network hops.</a:t>
            </a:r>
          </a:p>
          <a:p>
            <a:r>
              <a:rPr lang="en-US" sz="1200"/>
              <a:t>KAITO uses MultiRoleInference, or MRI, to declare the role topology, with a child InferenceSet managing each role's workload. llm-d supplies the Endpoint Picker and the decode-side routing sidecar: one selects workers, and the other coordinates the request. vLLM executes the model, while vLLM and NIXL handle the KV transfer.</a:t>
            </a:r>
          </a:p>
          <a:p>
            <a:r>
              <a:rPr lang="en-US" sz="1200"/>
              <a:t>This is an integration choice for KAITO users, not a claim that every other platform is inferior. The documented MRI integration is still alpha, with vLLM, Istio, and suitable GPU connectivity in its current scope. And separate replica settings do not mean MRI already provides automatic scaling policies for each role. That distinction will matter when we reach autoscaling.</a:t>
            </a:r>
          </a:p>
          <a:p>
            <a:r>
              <a:rPr lang="en-US" sz="1200"/>
              <a:t/>
            </a: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Zoom out for a moment. Think of this as a responsibility map you can use when troubleshooting. Applications see an inference API; the gateway handles ingress, authentication, and traffic policy. Below that, KAITO asks whether the declared resources exist and remain healthy, while llm-d asks which serving endpoint should handle this request. They share a row here, but they are different control activities.</a:t>
            </a:r>
          </a:p>
          <a:p>
            <a:r>
              <a:rPr lang="en-US" sz="1200"/>
              <a:t>The actual prefill, decode, and batching happen in vLLM. The KV row also contains two different concerns: NIXL supports state transfer, while cache systems can support reuse or offload. Using NIXL does not automatically provide every caching capability. Kubernetes, GPUs, networking, and storage support everything above them.</a:t>
            </a:r>
          </a:p>
          <a:p>
            <a:r>
              <a:rPr lang="en-US" sz="1200"/>
              <a:t>This is neither a mandatory installation checklist nor a diagram of requests crossing every layer. From here, we will follow four things: declaring roles, selecting workers, moving KV, and adjusting capacity.</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Back to the user experience: if the backend splits into two roles, does the application now have to make two calls? The goal here is no. We still declare one model service, and the application still calls one endpoint. Inside that service, prefill and decode can have different placement and replica counts.</a:t>
            </a:r>
          </a:p>
          <a:p>
            <a:r>
              <a:rPr lang="en-US" sz="1200"/>
              <a:t>The right-hand side explains how. KAITO maintains the role topology. InferencePool connects the service to the gateway's inference-routing contract. llm-d selects the workers, and its sidecar coordinates the request. Finally, vLLM executes the phases, with NIXL supporting direct KV exchange between runtimes.</a:t>
            </a:r>
          </a:p>
          <a:p>
            <a:r>
              <a:rPr lang="en-US" sz="1200"/>
              <a:t>So the sentence at the bottom is a sequence of responsibilities, not a pipeline through which all data must travel. Resource declarations, endpoint selection, HTTP coordination, and KV transfer each have their own path. Let's isolate endpoint selection first, because that is an easy boundary to misunderstand.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router's key question here is: who should handle this request now? Through Gateway API Inference Extension integration, or GWIE, the gateway asks the Endpoint Picker for a selection. The EPP runs its configured plugin chain and returns a decode worker, plus a prefill selection when remote prefill is needed.</a:t>
            </a:r>
          </a:p>
          <a:p>
            <a:r>
              <a:rPr lang="en-US" sz="1200"/>
              <a:t>Notice the arrows going out and back. They carry a selection request and a decision. The inference request does not pass through the EPP on its way to the model. This is an out-of-band decision component, and it does not move KV data either. The HTTP serving path executes its decision.</a:t>
            </a:r>
          </a:p>
          <a:p>
            <a:r>
              <a:rPr lang="en-US" sz="1200"/>
              <a:t>The cards below describe possible inputs: model and role eligibility, configured cache-aware logic, P/D scheduling, and future policies through plugins. Actual behavior depends on the enabled configuration; these are not all automatically active. KAITO integrates that routing machinery rather than inventing another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Suppose requests are reaching the wrong workers. Which component should we investigate first? This slide breaks that question into three parts. Start with KAITO: was the role topology reconciled correctly, were the resources created, and is their lifecycle consistent? Then check the GWIE contract: does InferencePool describe the intended backend set, and is the gateway connected to endpoint selection? InferencePool is a Kubernetes API resource, not another forwarding proxy.</a:t>
            </a:r>
          </a:p>
          <a:p>
            <a:r>
              <a:rPr lang="en-US" sz="1200"/>
              <a:t>Only then do we reach the llm-d Router's selection logic: given the discovered candidates, why did the plugins choose this worker? That is a different question from whether the resources were created correctly.</a:t>
            </a:r>
          </a:p>
          <a:p>
            <a:r>
              <a:rPr lang="en-US" sz="1200"/>
              <a:t>The shorthand is: KAITO maintains topology, GWIE defines the integration contract, and llm-d selects endpoints. These boundaries give us practical troubleshooting entry points. Now let's put them onto the request diagram and distinguish control arrows from actual data movement.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Rather than follow every arrow at once, make three passes through this diagram. First, the top band: the user declares MultiRoleInference, and KAITO maintains the child InferenceSets, InferencePool, and runtime wiring. That is the control plane. It describes resource relationships, not a controller that every inference request must visit.</a:t>
            </a:r>
          </a:p>
          <a:p>
            <a:r>
              <a:rPr lang="en-US" sz="1200"/>
              <a:t>Second, the serving path. The client calls the gateway, which consults the EPP out of band and sends the HTTP request to the selected decode pod's routing sidecar. The sidecar calls remote prefill when needed, then invokes local decode vLLM. The application still sees a single entry point.</a:t>
            </a:r>
          </a:p>
          <a:p>
            <a:r>
              <a:rPr lang="en-US" sz="1200"/>
              <a:t>Third, the KV connection. State produced by prefill goes directly to the decode runtime. In this flow, decode initiates the NIXL read, but the data still moves from prefill to decode. The KV payload bypasses the gateway, EPP, and routing sidecar. Keeping these three paths separate makes both configuration and troubleshooting much easier.</a:t>
            </a:r>
          </a:p>
          <a:p>
            <a:r>
              <a:rPr lang="en-US" sz="1200"/>
              <a:t/>
            </a: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architecture has a fairly direct API expression. On the left, MultiRoleInference declares the model once, then gives prefill and decode separate resource settings. This example has one prefill replica on an A100 instance type and two decode replicas on an H100 instance type. Follow the reconcile arrow: the right side still has one logical service and InferencePool, with two role-specific workloads underneath.</a:t>
            </a:r>
          </a:p>
          <a:p>
            <a:r>
              <a:rPr lang="en-US" sz="1200"/>
              <a:t>Each role is managed through its own InferenceSet, giving it a separate capacity-management boundary. The cards represent serving replicas, not a count of GPUs inside a virtual machine.</a:t>
            </a:r>
          </a:p>
          <a:p>
            <a:r>
              <a:rPr lang="en-US" sz="1200"/>
              <a:t>This demonstrates configuration freedom, not a recommendation to copy this model, these SKUs, or the one-to-two ratio. A deployment still needs validation of model availability, the installed API version, hardware compatibility, and the KV-transfer path. The API permits independent placement; whether that placement performs well is a workload question.</a:t>
            </a:r>
          </a:p>
          <a:p>
            <a:r>
              <a:rPr lang="en-US" sz="1200"/>
              <a:t/>
            </a: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After we submit that declaration, KAITO does more than create two groups of pods. The prefill branch needs the right role labels and NIXL address configuration. The decode branch also needs a routing sidecar, with consistent ports for the sidecar, local vLLM, and NIXL. The routing branch connects InferencePool, EPP configuration, Services, and target ports.</a:t>
            </a:r>
          </a:p>
          <a:p>
            <a:r>
              <a:rPr lang="en-US" sz="1200"/>
              <a:t>Failures here often come from a small contract mismatch rather than a missing major component: labels that select no backends, for example, or a gateway target port that does not reach the sidecar. That is why the bottom strip emphasizes keeping role identity, ports, ownership, and lifecycle aligned over time.</a:t>
            </a:r>
          </a:p>
          <a:p>
            <a:r>
              <a:rPr lang="en-US" sz="1200"/>
              <a:t>This tree is a responsibility map, not a claim that every object is directly owned by MRI; child controllers can handle parts of it. Reconciliation keeps the topology correct. It does not automatically supply scaling policy. With the resources connected, let's follow one request through them.</a:t>
            </a:r>
          </a:p>
          <a:p>
            <a:r>
              <a:rPr lang="en-US" sz="1200"/>
              <a:t/>
            </a: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Now follow the interactions in time. The client sends a request. After endpoint selection, the gateway forwards it to the decode sidecar, carrying the selected prefill address in a header. The EPP consultation is omitted here because we covered it separately.</a:t>
            </a:r>
          </a:p>
          <a:p>
            <a:r>
              <a:rPr lang="en-US" sz="1200"/>
              <a:t>At step three, the sidecar calls remote prefill with max_tokens set to one to process the prompt. Step four returns remote KV parameters: metadata needed for the later read, not the whole KV payload inside an HTTP response. The sidecar then invokes local decode with the remote_prefill flag and the request and memory-block identifiers.</a:t>
            </a:r>
          </a:p>
          <a:p>
            <a:r>
              <a:rPr lang="en-US" sz="1200"/>
              <a:t>The actual state transfer happens at step six. Decode initiates a NIXL read, and KV moves directly from the prefill runtime to the decode runtime. Decode continues generation, and the response travels back through the sidecar and gateway. The distinction to remember is simple: the sidecar coordinates calls and metadata; the runtimes exchange the KV payload.</a:t>
            </a:r>
          </a:p>
          <a:p>
            <a:r>
              <a:rPr lang="en-US" sz="1200"/>
              <a:t/>
            </a: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Speaker script</a:t>
            </a:r>
          </a:p>
          <a:p>
            <a:r>
              <a:rPr lang="en-US" sz="1200"/>
              <a:t>We have followed the details of one request. Now step back to the service view. What looks like one inference operation to the client can become separate internal requests for prefill and decode. Routing dynamically selects available workers, while dedicated role pools let us tune resource allocation and scheduling separately.</a:t>
            </a:r>
          </a:p>
          <a:p>
            <a:r>
              <a:rPr lang="en-US" sz="1200"/>
              <a:t>That separation gives us more control. When prompt pressure rises, we can focus on prefill; when sustained generation becomes the bottleneck, we can focus on decode. We do not always have to add both kinds of capacity together. But this is not an automatic guarantee of meeting TTFT and ITL targets. Queueing, batching, and the handoff still affect the result.</a:t>
            </a:r>
          </a:p>
          <a:p>
            <a:r>
              <a:rPr lang="en-US" sz="1200"/>
              <a:t>The next question is therefore not whether we have drawn two GPU pools, but how the state crosses between them and what that costs. The sidecar coordinates the handoff; vLLM and NIXL move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Speaker script</a:t>
            </a:r>
          </a:p>
          <a:p>
            <a:r>
              <a:rPr lang="en-US" sz="1200"/>
              <a:t>For this slide, ignore HTTP and follow only the data. On the left is the prompt KV already computed by prefill. Decode needs that state to continue generation without recomputing the entire prompt. Decode may initiate the read, but the data direction remains left to right, from prefill to decode. The gateway, EPP, and routing sidecar are not on this KV payload path.</a:t>
            </a:r>
          </a:p>
          <a:p>
            <a:r>
              <a:rPr lang="en-US" sz="1200"/>
              <a:t>NIXL provides transfer capabilities, while the transport backend and actual hardware determine how the bytes move. GPU-direct RDMA requires compatible GPUs, NICs, networking, and backend support. Using NIXL alone does not establish that capability, and a TCP path is not RDMA.</a:t>
            </a:r>
          </a:p>
          <a:p>
            <a:r>
              <a:rPr lang="en-US" sz="1200"/>
              <a:t>Measure KV-transfer latency and any staging or copy costs on the deployment itself, rather than just checking that the components started. We now know how a request runs. Next comes the operating question: when traffic changes, which role needs more capacity?</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Once we separate the roles, scaling should answer two different questions. On prefill, are new prompts starting to queue? On decode, are active generations putting pressure on sustained serving capacity? The proposed starting point is vLLM waiting requests for prefill and running requests for decode.</a:t>
            </a:r>
          </a:p>
          <a:p>
            <a:r>
              <a:rPr lang="en-US" sz="1200"/>
              <a:t>A burst of new prompts does not necessarily mean decode already needs more capacity. Conversely, a group of long answers can keep decode busy even when few new requests arrive. These signals describe different pressures, but neither is the latency objective itself. Their thresholds must be validated against the model, context lengths, and batching configuration.</a:t>
            </a:r>
          </a:p>
          <a:p>
            <a:r>
              <a:rPr lang="en-US" sz="1200"/>
              <a:t>There is an important capability boundary here: this is a role-aware design we are discussing, not something MRI automatically enables today. We will first establish the existing KEDA-to-InferenceSet scaling mechanism, then look at how it can support two separate role targets.</a:t>
            </a:r>
          </a:p>
          <a:p>
            <a:r>
              <a:rPr lang="en-US" sz="1200"/>
              <a:t/>
            </a: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Start with what is already documented. On the left is a trigger: a schedule, such as adding capacity during working hours, or a workload metric obtained through a Prometheus query. KEDA works with the HPA to turn that signal into a desired replica count, targeting the InferenceSet's scale subresource. KAITO then reconciles that desired count into serving resources.</a:t>
            </a:r>
          </a:p>
          <a:p>
            <a:r>
              <a:rPr lang="en-US" sz="1200"/>
              <a:t>We are not manually adding or removing an arbitrary pod, and certainly not removing one GPU worker from a tensor-parallel group. The management entry point is InferenceSet; its controllers maintain the serving replicas underneath. Waiting requests is one documented queue signal. KEDA itself is installed separately.</a:t>
            </a:r>
          </a:p>
          <a:p>
            <a:r>
              <a:rPr lang="en-US" sz="1200"/>
              <a:t>So we have a reusable scaling mechanism, but a mechanism is not a complete MRI policy. Role-specific metrics, replica ownership, and safe handoff still need deliberate integration. The next slide shows another way to obtain the metrics.</a:t>
            </a:r>
          </a:p>
          <a:p>
            <a:r>
              <a:rPr lang="en-US" sz="1200"/>
              <a:t/>
            </a: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Speaker script</a:t>
            </a:r>
          </a:p>
          <a:p>
            <a:r>
              <a:rPr lang="en-US" sz="1200"/>
              <a:t>Maintaining Prometheus just to drive scaling can add operational overhead. keda-kaito-scaler offers another path: reading metrics directly from vLLM. That collection path does not require Prometheus, but KEDA and the underlying scaling control chain are still required.</a:t>
            </a:r>
          </a:p>
          <a:p>
            <a:r>
              <a:rPr lang="en-US" sz="1200"/>
              <a:t>Beyond collecting data, the scaler provides configuration for queue and latency signals and conservative replica-change controls. Multiple metrics can use an AND rule. That is more conservative than scaling whenever any one metric is busy; the wrong combination can also block a needed scale-up. The scaler does not automatically know which signal best represents this model's capacity.</a:t>
            </a:r>
          </a:p>
          <a:p>
            <a:r>
              <a:rPr lang="en-US" sz="1200"/>
              <a:t>Configuration must match the installed scaler version. More importantly, these existing InferenceSet capabilities do not mean that placing annotations on MRI automatically configures both child roles. Mapping role policies, explicitly opting in MRI children, and handing over replica-count ownership remain integration work that must be implemented and validated.</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With those building blocks, we can draw the target design as two feedback loops. The upper loop observes prefill waiting requests, makes a role-specific decision, and changes replicas through the prefill InferenceSet's scale API. The lower loop observes decode running requests and independently adjusts the decode InferenceSet. They serve one model, but they do not have to scale together or use the same thresholds.</a:t>
            </a:r>
          </a:p>
          <a:p>
            <a:r>
              <a:rPr lang="en-US" sz="1200"/>
              <a:t>Each target needs one authoritative replica-count writer. A fixed-replica reconciler and an autoscaler must not keep overwriting each other. Each loop also needs stabilization and time for model loading and warm-up: a newly started pod is not automatically useful serving capacity. Scale-down must account for active requests and KV state.</a:t>
            </a:r>
          </a:p>
          <a:p>
            <a:r>
              <a:rPr lang="en-US" sz="1200"/>
              <a:t>This remains a conceptual design, not default MRI behavior. We want to reuse the existing mechanism while verifying complete, fresh, correctly scoped metrics. Next we can separate service-level objectives from the independent capacity decisions made for each role.</a:t>
            </a:r>
          </a:p>
          <a:p>
            <a:r>
              <a:rPr lang="en-US" sz="1200"/>
              <a:t/>
            </a: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We have separated the two feedback loops. Now let's make the policy boundary explicit. On the left, we express what the service needs: prefill should protect the wait for the first token, and decode should protect token delivery. Policy reconciliation translates that intent into separate policies and scale targets. It does not produce one shared replica count for the whole service.</a:t>
            </a:r>
          </a:p>
          <a:p>
            <a:r>
              <a:rPr lang="en-US" sz="1200"/>
              <a:t>The scaling unit is a complete serving replica. If a model uses tensor parallelism, removing one GPU worker from that group is not the same as removing one independent serving replica. Each target also needs one authoritative replica-count writer, so a fixed-replica reconciler and an autoscaler do not keep overwriting each other.</a:t>
            </a:r>
          </a:p>
          <a:p>
            <a:r>
              <a:rPr lang="en-US" sz="1200"/>
              <a:t>This is the proposed design boundary. Existing KEDA-to-InferenceSet scaling gives us a foundation. Projecting MRI-level intent into role policies, and safely handing over replica ownership, still require integration work; they are not capabilities this diagram claims already ship.</a:t>
            </a:r>
          </a:p>
          <a:p>
            <a:r>
              <a:rPr lang="en-US" sz="1200"/>
              <a:t/>
            </a: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Here is that boundary expanded into two feedback loops. Follow the prefill row: collect prefill waiting requests, evaluate pressure for that role, and adjust its serving replicas. The decode row has the same structure, but uses running requests and targets the decode InferenceSet. These arrows carry observations and decisions; inference requests do not pass through the autoscalers.</a:t>
            </a:r>
          </a:p>
          <a:p>
            <a:r>
              <a:rPr lang="en-US" sz="1200"/>
              <a:t>Reading a number is only the beginning. Samples must belong to the correct role, duplicate engine or worker series may need deduplication, and coverage and freshness must be checked. Running requests are a proxy for concurrency, not proof that the GPU has reached maximum throughput.</a:t>
            </a:r>
          </a:p>
          <a:p>
            <a:r>
              <a:rPr lang="en-US" sz="1200"/>
              <a:t>Also, a new pod is not useful capacity until its model is loaded and it can actually serve. Missing or invalid observations should hold decisions and surface the problem; that behavior needs end-to-end verification. Routing decides where a request goes. Autoscaling decides how much capacity is available. This remains the proposed role-control design, not a claim of automatic MRI support today.</a:t>
            </a:r>
          </a:p>
          <a:p>
            <a:r>
              <a:rPr lang="en-US" sz="1200"/>
              <a:t/>
            </a: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This annotation example is still a proposal: it requires the MRI adapter and child opt-in. Prefill uses waiting requests, bounded from one to eight replicas; decode uses running requests, bounded from two to sixteen. Each role has one metric, so AND is trivial within that role. It does not require both roles to be busy. Null replica fields express handing off fixed-replica ownership; changing those fields alone does not implement the handoff.</a:t>
            </a:r>
          </a:p>
          <a:p>
            <a:r>
              <a:rPr lang="en-US" sz="1200"/>
              <a:t>Start with one prefill and two decode replicas. An average waiting count of twelve exceeds eight, so prefill requests scale-up. Decode running at twelve is between four and twenty-four, so decode holds. If running later exceeds twenty-four, decode can request scale-up independently.</a:t>
            </a:r>
          </a:p>
          <a:p>
            <a:r>
              <a:rPr lang="en-US" sz="1200"/>
              <a:t>Separate the formula from the action: the expression returns two, one-half, or one, and the raw desired count is current replicas times that value, rounded up. The one-replica-per-cooldown limit comes from HPA behavior, not that formula. These illustrative decisions are not immediate replica results. Readiness, bounds, cooldown, and stabilization still apply. Complete metric coverage and missing-is-not-zero handling also require hardening.</a:t>
            </a:r>
          </a:p>
          <a:p>
            <a:r>
              <a:rPr lang="en-US" sz="1200"/>
              <a:t/>
            </a:r>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Why these two gauges? On the left, waiting requests describe the queue inside the prefill engine. That helps identify prompt-processing backlog, but it excludes requests still waiting in the routing layer. On the right, running requests describe requests in decode execution batches. That is a useful concurrency proxy, not a standalone measurement of GPU saturation or token latency.</a:t>
            </a:r>
          </a:p>
          <a:p>
            <a:r>
              <a:rPr lang="en-US" sz="1200"/>
              <a:t>The thresholds illustrate policy semantics. Prefill requests scale-up above eight and scale-down below one. Decode uses above twenty-four and below four. Values between the thresholds hold, and equality also holds. We evaluate role-scoped, per-serving-replica signals, not a request total across the entire MRI.</a:t>
            </a:r>
          </a:p>
          <a:p>
            <a:r>
              <a:rPr lang="en-US" sz="1200"/>
              <a:t>Before activation, inspect the actual vLLM metrics output, verify names, types, and units, and tune against the deployed model and traffic. Replica bounds, model readiness, and stabilization still constrain any change. Missing, stale, or invalid data must not become zero load; hold-and-report behavior still needs implementation and validation.</a:t>
            </a:r>
          </a:p>
          <a:p>
            <a:r>
              <a:rPr lang="en-US" sz="1200"/>
              <a:t/>
            </a: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point of this comparison is not to memorize eight or twenty-four. It is that the two roles can use different policies. Prefill primarily watches its waiting queue; decode watches active concurrency. Their replica ranges and thresholds can differ because they protect different parts of the user experience. Every number here is illustrative, not production guidance.</a:t>
            </a:r>
          </a:p>
          <a:p>
            <a:r>
              <a:rPr lang="en-US" sz="1200"/>
              <a:t>Neither loop simply means expand whenever there is work and shrink whenever there is less. There is a hold region between the thresholds, including equality. Signals are aggregated per replica within the role, rather than applying a whole-service total to one role. Whether higher decode concurrency actually harms token delivery still needs workload validation.</a:t>
            </a:r>
          </a:p>
          <a:p>
            <a:r>
              <a:rPr lang="en-US" sz="1200"/>
              <a:t>The shared requirement is the last row: fresh, valid observations and genuinely ready capacity, with clear ownership. Cooldown, stabilization, and bounds also apply, and scale-down must protect active requests. Low load creates a candidate decision, not an immediate instruction to delete a replica. These are requirements for the proposed policy, not guarantees that every integration path already meets.</a:t>
            </a:r>
          </a:p>
          <a:p>
            <a:r>
              <a:rPr lang="en-US" sz="1200"/>
              <a:t/>
            </a: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Beyond the primary gauges, these signals help explain what is happening. The first two rows are two views of the same fact: take the highest KV usage in the role, then subtract it from one to get the lowest free fraction. Usage is a fraction; point eight means eighty percent. Free fraction is not effective request capacity, and it does not identify a replica that is safe to remove.</a:t>
            </a:r>
          </a:p>
          <a:p>
            <a:r>
              <a:rPr lang="en-US" sz="1200"/>
              <a:t>The third row estimates first-token P95 from histogram bucket rates. It needs enough observations and measures engine-side latency, not complete client-visible P/D latency. The final row takes rates of generation-token counters before summing them, to observe output throughput. Throughput alone should not drive replica changes.</a:t>
            </a:r>
          </a:p>
          <a:p>
            <a:r>
              <a:rPr lang="en-US" sz="1200"/>
              <a:t>These derived outputs do not automatically appear on vLLM's metrics endpoint; control integration needs a verified query or adapter. Observe first, then test before automating. KV usage might guard scale-down, but simply adding it to an AND list can also block necessary scale-up under high concurrency. That asymmetric guard remains design work, not an implemented MRI capability.</a:t>
            </a:r>
          </a:p>
          <a:p>
            <a:r>
              <a:rPr lang="en-US" sz="1200"/>
              <a:t/>
            </a: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There are three directions worth exploring from here. The first is better use of existing KV state. KV events can inform prefix-cache-aware routing, so worker selection can consider opportunities to reuse state. Tiered caching can span HBM, CPU memory, and optional filesystem tiers. The integration question is not just where state lives, but how routing uses that information.</a:t>
            </a:r>
          </a:p>
          <a:p>
            <a:r>
              <a:rPr lang="en-US" sz="1200"/>
              <a:t>The second direction is richer role topology. P/D separates prompt processing from generation; E/P/D adds a distinct encoding role so the role-based deployment model can express more inference stages. The third concerns larger-scale execution: wide expert parallelism, cross-node transport, and communication optimization.</a:t>
            </a:r>
          </a:p>
          <a:p>
            <a:r>
              <a:rPr lang="en-US" sz="1200"/>
              <a:t>These are KAITO and llm-d integration directions, not release commitments or claims that the upstream capabilities are new. Each needs clear lifecycle responsibilities, runtime interfaces, and evaluated trade-offs. Today's foundation is the separation of roles, routing, state transfer, and capacity control. Future integration can build on those boundaries one validated step at a time.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lang="en-US" sz="1200"/>
              <a:t>Speaker script</a:t>
            </a:r>
          </a:p>
          <a:p>
            <a:r>
              <a:rPr lang="en-US" sz="1200"/>
              <a:t>For code and hands-on exploration, start with these links. llm-d and KAITO are both CNCF Sandbox projects. The P/D guide covers integration prerequisites and configuration; the keda-kaito-scaler repository covers scaling details. Check supported versions before trying it, and distinguish documented InferenceSet scaling from the proposed MRI role policies we discussed today.</a:t>
            </a:r>
          </a:p>
          <a:p>
            <a:r>
              <a:rPr lang="en-US" sz="1200"/>
              <a:t/>
            </a: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Thank you. The main idea is that P/D is not just putting two phases on different GPUs. Routing, state handoff, and capacity control have to work together. We're happy to take questions and discuss the trade-offs you are seeing in your own workloads.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If the question is how KAITO estimates the initial GPU node count, these three steps explain it. First, establish the memory budget. GPU memory cannot all go to model weights: the runtime has overhead, and KV state needs space that depends on context length. What remains is the budget available for weights.</a:t>
            </a:r>
          </a:p>
          <a:p>
            <a:r>
              <a:rPr lang="en-US" sz="1200"/>
              <a:t>Second, estimate how many GPUs are needed to fit those weights, accounting for the runtime's parallelism. Third, translate the GPU requirement into nodes using the GPUs available per node, then reconcile the workload. GPU count, node count, and serving-replica count are different capacity units.</a:t>
            </a:r>
          </a:p>
          <a:p>
            <a:r>
              <a:rPr lang="en-US" sz="1200"/>
              <a:t>This is an initial memory estimate, not a throughput guarantee. The precise formula, safety margins, and runtime settings depend on the KAITO and runtime versions. A fixed memory-utilization allowance is a sizing assumption. Fitting the model does not prove that latency will meet the target at the intended concurrency; validate serving capacity against context length, concurrency, and latency objectives.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you are wondering why the routing sidecar lives in the decode pod, this diagram makes the boundary visible. The gateway sends the request to the decode endpoint chosen through EPP integration. That endpoint reaches the sidecar first, not decode vLLM directly. Ports five thousand and five thousand one are examples from this configuration, not universal requirements.</a:t>
            </a:r>
          </a:p>
          <a:p>
            <a:r>
              <a:rPr lang="en-US" sz="1200"/>
              <a:t>The sidecar coordinates the request. When remote prefill is needed, it calls the prefill worker below, then passes the request and KV-transfer metadata to local decode vLLM. The important configuration contract is that the InferencePool target port reaches the sidecar's listening port.</a:t>
            </a:r>
          </a:p>
          <a:p>
            <a:r>
              <a:rPr lang="en-US" sz="1200"/>
              <a:t>Now look at the separate KV path. Decode initiates a read through NIXL, and the KV data moves directly from prefill to decode, bypassing the HTTP sidecar. The final inference response is proxied back through the sidecar. This gives the gateway one serving endpoint, keeps request coordination inside the decode pod, and leaves bulk state transfer with the runtimes.</a:t>
            </a:r>
          </a:p>
          <a:p>
            <a:r>
              <a:rPr lang="en-US" sz="1200"/>
              <a:t/>
            </a: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To decide whether P/D is worth trying, use these two dimensions. Moving right means KV transfer becomes more affordable. Moving up means the roles have more distinct bottlenecks, capacity needs, or parallelism requirements. The strongest candidate is the top-right corner: independent configuration has value, and transfer does not consume that value.</a:t>
            </a:r>
          </a:p>
          <a:p>
            <a:r>
              <a:rPr lang="en-US" sz="1200"/>
              <a:t>At the top left, separation might help, but improve locality or transport first. At the bottom left, similar role needs and expensive transfer argue for staying aggregated. At the bottom right, usually stay aggregated too: a fast network alone does not create a need for separate capacity pools.</a:t>
            </a:r>
          </a:p>
          <a:p>
            <a:r>
              <a:rPr lang="en-US" sz="1200"/>
              <a:t>This is a qualitative guide for an experiment, not a performance result. Cross-node does not automatically mean weak transport, and same-node transfer is not free. Measure actual KV payloads, contention, tail latency, and reliability. Even a top-right candidate must account for duplicated weights and operational complexity, then compare with aggregated serving at matched workload, cost, and latency targets. P/D is a choice to validate, not a default upgrade.</a:t>
            </a:r>
          </a:p>
          <a:p>
            <a:r>
              <a:rPr lang="en-US" sz="1200"/>
              <a:t/>
            </a: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For a one-page recap, I would focus on these three points. First, the value of separation is independent capacity decisions. Prefill mainly shapes the wait for the first token; decode mainly shapes the pace of continued output. Not every workload needs separation. Independent tuning matters most when the roles genuinely need different things.</a:t>
            </a:r>
          </a:p>
          <a:p>
            <a:r>
              <a:rPr lang="en-US" sz="1200"/>
              <a:t>Second, keep component responsibilities clear. KAITO manages role topology and lifecycle. llm-d handles endpoint selection and request coordination. vLLM executes inference, and NIXL supports runtime-to-runtime KV transfer. Controllers, routing decisions, and the data path are not one continuous traffic chain.</a:t>
            </a:r>
          </a:p>
          <a:p>
            <a:r>
              <a:rPr lang="en-US" sz="1200"/>
              <a:t>Third, independent capacity needs appropriate signals and safeguards. Existing KEDA scaling for InferenceSets does not mean MRI already provides complete role-aware autoscaling; policy integration, ownership handoff, and metric coverage still need work. The final test is measurement: at matched workload, cost, and latency objectives, do the gains justify the transfer and operational costs?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Speaker script</a:t>
            </a:r>
          </a:p>
          <a:p>
            <a:r>
              <a:rPr lang="en-US" sz="1200"/>
              <a:t>This backup view answers a practical question: what do operators actually configure? The left side shows explicit choices: queue or latency metrics, thresholds, aggregation windows, replica bounds, cooldowns, and rules for combining signals. Together, these define what the controller considers busy, idle, or a reason to hold. Available scaler configuration must be checked against the installed version.</a:t>
            </a:r>
          </a:p>
          <a:p>
            <a:r>
              <a:rPr lang="en-US" sz="1200"/>
              <a:t>The right side is a direction for reducing that burden: retain the capacity bounds users care about, derive more defaults, and validate them against the model and workload. It is not a shipped auto-tuning promise, or a claim that minimum and maximum replicas alone guarantee latency targets.</a:t>
            </a:r>
          </a:p>
          <a:p>
            <a:r>
              <a:rPr lang="en-US" sz="1200"/>
              <a:t>Whether expressed through annotations or another interface, configuration is only intent. Controllers still need to create and maintain scaling resources, establish replica ownership, and handle invalid observations. Moving from existing InferenceSet scaling to MRI role policies specifically requires the adapter, child opt-in, and safe handoff. A configuration format is not proof that the complete integration already exists.</a:t>
            </a:r>
          </a:p>
          <a:p>
            <a:r>
              <a:rPr lang="en-US" sz="1200"/>
              <a:t/>
            </a: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Treating llm-d as one replacement component can obscure what it does. These three columns describe how it composes a serving system. On the left, modular components and Kubernetes integration give operators boundaries where they can inspect state and failures, rather than treating everything as one black box.</a:t>
            </a:r>
          </a:p>
          <a:p>
            <a:r>
              <a:rPr lang="en-US" sz="1200"/>
              <a:t>In the middle, gateway integration, extensible routing, and runtime and KV interfaces connect existing components. llm-d does not have to replace every gateway, inference engine, or transport implementation to provide coordination. On the right, tested reference paths offer a deployment starting point while keeping trade-offs and workload-specific tuning explicit. They are not universal performance guarantees across models and hardware.</a:t>
            </a:r>
          </a:p>
          <a:p>
            <a:r>
              <a:rPr lang="en-US" sz="1200"/>
              <a:t>llm-d is a CNCF Sandbox project. For the KAITO integration, this compositional approach has a practical meaning: KAITO continues to declare and maintain role workloads, while llm-d supplies reusable inference routing and coordination. Clear responsibility boundaries help avoid rebuilding the same functions and make problems easier to locate.</a:t>
            </a:r>
          </a:p>
          <a:p>
            <a:r>
              <a:rPr lang="en-US" sz="1200"/>
              <a:t/>
            </a: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the question is how to operate role autoscaling safely, these three columns matter more than the threshold formula. First, ownership: each role's replica count needs one writer. MRI fixed-replica reconciliation and an autoscaler must not control the same target simultaneously, and two autoscalers must not compete over one InferenceSet.</a:t>
            </a:r>
          </a:p>
          <a:p>
            <a:r>
              <a:rPr lang="en-US" sz="1200"/>
              <a:t>Second, data: inspect the actual runtime metrics and verify role scope, coverage, and freshness. Failed service scrapes must not disappear inside an apparently healthy average. Missing, stale, or invalid samples are not zero load. The required behavior is to hold decisions and report a condition, but that is a safety contract to verify, not a claim that every current fallback path implements it.</a:t>
            </a:r>
          </a:p>
          <a:p>
            <a:r>
              <a:rPr lang="en-US" sz="1200"/>
              <a:t>Third, lifecycle: stop the old writer before handoff, and remove only controller-owned scalers, never silently adopting or deleting user-managed resources. Wait for model loading before counting new capacity, and test scale-down with active requests and KV state. Existing InferenceSet scaling is the foundation; the MRI adapter, ownership handoff, and full-coverage protections remain integration work.</a:t>
            </a:r>
          </a:p>
          <a:p>
            <a:r>
              <a:rPr lang="en-US" sz="1200"/>
              <a:t/>
            </a: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This view helps explain which problem each capability addresses. At the upper left, distributed execution concerns how large models run across devices, including expert parallelism and communication strategies. At the upper right, P/D separation concerns whether the two inference phases can use different placement, batching, and capacity choices. Those are related questions, but not the same optimization.</a:t>
            </a:r>
          </a:p>
          <a:p>
            <a:r>
              <a:rPr lang="en-US" sz="1200"/>
              <a:t>At the lower left, state-aware scheduling asks which worker should handle this request, considering cache locality and runtime load. At the lower right, capacity control uses workload signals and latency objectives to decide how much serving capacity is needed. Choosing a better worker and adding another worker are different actions.</a:t>
            </a:r>
          </a:p>
          <a:p>
            <a:r>
              <a:rPr lang="en-US" sz="1200"/>
              <a:t>These are architectural building blocks, not throughput or latency benchmark results. KAITO integration connects role topology and lifecycle to serving capabilities, while policy depends on the implementation; MRI role-aware autoscaling still has design and integration work ahead. Results depend on model, hardware, traffic, and SLOs. Validate your workload rather than inferring a performance promise from these capability names.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xmlns:p="http://schemas.openxmlformats.org/presentationml/2006/main" xmlns:a="http://schemas.openxmlformats.org/drawingml/2006/main">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xmlns:p="http://schemas.openxmlformats.org/presentationml/2006/main" xmlns:a="http://schemas.openxmlformats.org/drawingml/2006/main">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xmlns:p="http://schemas.openxmlformats.org/presentationml/2006/main" xmlns:a="http://schemas.openxmlformats.org/drawingml/2006/main">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xmlns:p="http://schemas.openxmlformats.org/presentationml/2006/main" xmlns:a="http://schemas.openxmlformats.org/drawingml/2006/main">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12</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Modular architecture</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Integrate inference routing with Kubernetes through Gateway API.</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Extensible components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Combine runtimes, routing plugins and KV transport.</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Well-lit paths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xmlns:p="http://schemas.openxmlformats.org/presentationml/2006/main" xmlns:a="http://schemas.openxmlformats.org/drawingml/2006/main">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xmlns:p="http://schemas.openxmlformats.org/presentationml/2006/main" xmlns:a="http://schemas.openxmlformats.org/drawingml/2006/main">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p>
        </p:txBody>
      </p:sp>
      <p:sp xmlns:p="http://schemas.openxmlformats.org/presentationml/2006/main" xmlns:a="http://schemas.openxmlformats.org/drawingml/2006/main">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p>
        </p:txBody>
      </p:sp>
      <p:sp xmlns:p="http://schemas.openxmlformats.org/presentationml/2006/main" xmlns:a="http://schemas.openxmlformats.org/drawingml/2006/main">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30</a:t>
            </a:fld>
          </a:p>
        </p:txBody>
      </p:sp>
      <p:sp xmlns:p="http://schemas.openxmlformats.org/presentationml/2006/main" xmlns:a="http://schemas.openxmlformats.org/drawingml/2006/main">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31</a:t>
            </a:fld>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32</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34</a:t>
            </a:fld>
          </a:p>
        </p:txBody>
      </p:sp>
      <p:sp xmlns:p="http://schemas.openxmlformats.org/presentationml/2006/main" xmlns:a="http://schemas.openxmlformats.org/drawingml/2006/main">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Example: one MRI policy, independent P/D autoscaling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sz="675" lang="en-US"/>
              <a:t>38</a:t>
            </a:fld>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42</a:t>
            </a:fld>
          </a:p>
        </p:txBody>
      </p:sp>
      <p:sp xmlns:p="http://schemas.openxmlformats.org/presentationml/2006/main" xmlns:a="http://schemas.openxmlformats.org/drawingml/2006/main">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sz="800" b="0" cap="none" lang="en-US">
                <a:solidFill>
                  <a:srgbClr val="52677D"/>
                </a:solidFill>
                <a:latin typeface="Arial"/>
              </a:rPr>
              <a:t>43</a:t>
            </a:fld>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44</a:t>
            </a:fld>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p>
        </p:txBody>
      </p:sp>
      <p:sp xmlns:p="http://schemas.openxmlformats.org/presentationml/2006/main" xmlns:a="http://schemas.openxmlformats.org/drawingml/2006/main">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sz="800" b="0" cap="none" lang="en-US">
                <a:solidFill>
                  <a:srgbClr val="52677D"/>
                </a:solidFill>
                <a:latin typeface="Arial"/>
              </a:rPr>
              <a:t>48</a:t>
            </a:fld>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p>
        </p:txBody>
      </p:sp>
      <p:sp xmlns:p="http://schemas.openxmlformats.org/presentationml/2006/main" xmlns:a="http://schemas.openxmlformats.org/drawingml/2006/main">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