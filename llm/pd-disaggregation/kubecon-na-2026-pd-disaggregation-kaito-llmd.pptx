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foundations; why disaggregation; KAITO and llm-d; the request and key-value cache paths; per-role autoscaling; and finally, when to use prefill/decode disaggregation and what comes next. We will distinguish existing capabilities from proposed integration work throughout.</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Let's start with what the model actually does. This teaching example treats each word and punctuation mark as a token; a real tokenizer behaves differently. Prefill processes the five prompt positions with causal attention and creates their per-layer keys and values, or KV. The final prompt position selects the first output token, Kubernetes. Selecting that token does not add its KV to the cache. That happens when the next step consumes it. This is an authored example, not a captured model response.</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now consumes Kubernetes, reads the cached history, adds that consumed token's keys and values, and selects helps. Then it repeats. Caching avoids recomputing old keys and values, not all attention work. On the client timeline, time to first token, or TTFT, is the initial wait. Inter-token latency, or ITL, is each subsequent gap. Average time per output token summarizes the later intervals; it is not interchangeable with an individual gap or its percentile. The timeline is schematic, not measured.</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queueing, scheduling, transfer, and delivery matter too. Average time per output token, or TPOT, describes the per-request pace after the first token. Our ultimate target is service-level objective, or SLO, goodput: requests per second that meet both latency targets, rather than simply maximizing aggregate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Foundations</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Prefill, decode and latency targets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Request and KV paths</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state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When to use P/D</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Decision framework and next steps</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