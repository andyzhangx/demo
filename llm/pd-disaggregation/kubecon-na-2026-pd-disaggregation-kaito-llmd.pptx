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40"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 and when it makes sense to separate those jobs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This session is ‘Prefill here, decode there: Kubernetes-native LLM inference with KAITO and llm-d.’ I’ll explain what prefill and decode do, how we separate them with KAITO and llm-d, and how we scale each role 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let me introduce myself. I’m Andy Zhang, a Software Engineer on the Microsoft AKS team, and a maintainer of KAITO and several CSI drivers.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get his visa in time, so I’ll be presenting on my own today.</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route we’ll take. First, the basics of prefill and decode, and why we might separate them. Then, an introduction to llm-d and KAITO, followed by how they handle routing and KV transfer together. After that, we’ll look at scaling the two roles with their own signals, and finish with what’s next.</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Start with the prompt across the top. Below it, the arrows run left to right: five prompt positions, causal prefill, and selection of the first output token. The teal strip underneath explains what we store in the KV cache.</a:t>
            </a:r>
          </a:p>
          <a:p>
            <a:r>
              <a:rPr lang="en-US" sz="1200" dirty="0"/>
              <a:t>For this example, each word and the question mark count as one token. That’s a teaching shortcut, not a real tokenizer’s output. We process those positions together, but each position can only attend to itself and earlier positions. We cache attention keys and values for every prompt position at every layer. The final position’s scores select ‘Kubernetes’. Decode will consume that selected token and add its K/V next.</a:t>
            </a:r>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There are two views here. Read the table from top to bottom, one decode step per row. Its columns show the consumed token, the K/V we append, and the next token we select. The timeline below shows token arrivals at the client, from left to right.</a:t>
            </a:r>
          </a:p>
          <a:p>
            <a:r>
              <a:rPr lang="en-US" sz="1200" dirty="0"/>
              <a:t>In the first row, decode consumes ‘Kubernetes’, reuses past KV, caches K/V for ‘Kubernetes’, and selects ‘helps’. The next row consumes ‘helps’. So we cache the token we consume, not the one we just select. On the timeline, TTFT is the wait for the first token; ITL is the gap between arrivals. These word-level tokens and timeline spacing are illustrative, not real tokenization or measured timings.</a:t>
            </a:r>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The top row follows one request from left to right: prompt, prefill, KV cache, then decode. Below, the left card asks how quickly the answer starts; the right asks how smoothly it continues.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Prefill is often compute-bound and is a major contributor to time to first token, or TTFT. Decode is often memory-bandwidth-bound and affects inter-token latency, or ITL. TPOT summarizes average time per output token. These are not just execution times: queueing and delivery matter too. Our goal at the bottom is SLO goodput: requests per second that meet both latency targets. If we finish 100 requests per second but only 70 meet both, our goodput is 70.</a:t>
            </a:r>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 the left, the shared GPU pool contains three example workers. Each has a teal prefill block and a purple decode block, because each worker handles both phases. The card on the right lists the trade-offs of that arrangement.</a:t>
            </a:r>
          </a:p>
          <a:p>
            <a:r>
              <a:rPr lang="en-US" sz="1200"/>
              <a:t>This is a simple deployment model: one deployment scales both phases together. But a burst of new prompts competes with requests that are already decoding, which can disrupt token delivery. And adding a replica adds capacity for both phases, even if only one is busy. So we have two linked decisions: how to run the work, and how much shared capacity to add. Let’s look at the execution conflict first.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Read these schedules from left to right. The top row uses one shared GPU; the lower panel gives prefill and decode separate workers. Purple D blocks are decode steps, and the teal P block is a new request’s prefill. Block widths and gaps are conceptual, not measured timings.</a:t>
            </a:r>
          </a:p>
          <a:p>
            <a:r>
              <a:rPr lang="en-US" sz="1200" dirty="0"/>
              <a:t>In the top row, that prefill can pause ongoing decode. Below, decode can continue while prefill runs elsewhere. That removes this execution conflict, but the new request still needs a KV handoff before it can decode. It doesn’t remove every source of latency. Also, chunked prefill can reduce pauses in a shared-GPU setup, so separation is not the only option.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left panel shows prefill: two prompt rows, each with several input positions. The right panel shows ordinary decode: three active requests, each combining its prior KV with one new input token. These are schematic examples, not benchmark batch sizes.</a:t>
            </a:r>
          </a:p>
          <a:p>
            <a:r>
              <a:rPr lang="en-US" sz="1200"/>
              <a:t>Prefill can process many positions in one pass, including positions from multiple prompts, while keeping causal attention within each prompt. Ordinary decode consumes one new token per active request, reads that request’s history, and selects its next output token. So prefill gets parallel work from prompt length; decode gets it from active requests. But more decode concurrency can also increase ITL. We still have to stay within latency and KV-memory budgets.</a:t>
            </a:r>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These two cards separate the capacity decisions: prompt-heavy demand on the left, generation-heavy demand on the right. The three smaller cards below summarize what differs: latency targets, resource needs, and tuning knobs.</a:t>
            </a:r>
          </a:p>
          <a:p>
            <a:r>
              <a:rPr lang="en-US" sz="1200" dirty="0"/>
              <a:t>The payoff is independent control, not just having two deployments. Prefill is often compute-bound, so we tune its capacity and parallelism for TTFT. Decode is often bandwidth-bound, so we tune its capacity and batching for token delivery. Depending on the workload, that can mean different replica counts, tensor parallelism, or batching policies. The warning at the bottom matters: split only when the gains outweigh KV transfer, extra model-weight copies, and the operating cost of two pools.</a:t>
            </a:r>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center box is one model service. Around it are four things that must agree: routing at the upper left, the KV-transfer contract below it, the decode-side proxy at the upper right, and lifecycle and scaling below that. The connections show coordination, not a step-by-step request trace.</a:t>
            </a:r>
          </a:p>
          <a:p>
            <a:r>
              <a:rPr lang="en-US" sz="1200"/>
              <a:t>The EPP, or Endpoint Picker, chooses workers. Both roles need compatible KV-transfer settings. The decode-side proxy coordinates requests, and lifecycle management keeps pods ready as replicas change. All of that must stay aligned with labels and ports, including during restarts and scaling. That’s why creating two pools is only the beginning. The Kubernetes wiring has to make them behave as one service.</a:t>
            </a:r>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This table is a map of options, not a ranking. The left column names each approach, the middle shows its serving and routing path, and the right shows its Kubernetes packaging. The note below adds LWS DisaggregatedSet, which manages roles rather than supplying the engine or KV transport.</a:t>
            </a:r>
          </a:p>
          <a:p>
            <a:r>
              <a:rPr lang="en-US" sz="1200" dirty="0"/>
              <a:t>The rows cover NVIDIA Dynamo, llm-d, AIBrix, KServe with llm-d, Ray Serve with KubeRay, and vLLM Production Stack. Some can work together. The CNCF labels identify llm-d as Sandbox and KServe as Incubating. The takeaway is that P/D deployment options and declarative APIs already exist. KAITO aims to make them easier to use, with less manual configuration for KAITO users. Let’s start with llm-d.</a:t>
            </a:r>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err="1"/>
              <a:t>The central diagram runs from clients at the top, through routing, to model servers and GPU nodes below. Integrations enter from the left. Inside the diagram, workload APIs and autoscaling sit to the right; the far-right text explains why these pieces are composed.</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llm-d connects serving runtimes, routing, and KV transport on Kubernetes. It joined the CNCF Sandbox in March 2026. Gateway API provides the routing integration, while runtime, routing-plugin, and KV-transport choices remain modular. The idea is to connect existing tools, not replace them. Its well-lit paths are tested deployment patterns that make trade-offs clearer. We’ll look at four of them, but we still need to validate any pattern with our own models, hardware, and traffic.</a:t>
            </a:r>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a:t>On the left are ecosystem logos and, below them, a small community-history chart. That chart tracks GitHub stars over time, not serving performance. On the right are four capability areas; that’s the part we’ll focus 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First, MoE serving uses expert parallelism to spread expert computation across GPUs. Second, P/D disaggregation separates the phases and transfers KV between roles. Third, state-aware scheduling uses cache and load signals to pick a worker. Fourth, the autoscaling architecture uses workload signals and SLOs to guide capacity, with each integration choosing its policy. Picking a worker and adding workers are different decisions. These are reusable capabilities built on the serving runtime, not performance guarantees.</a:t>
            </a:r>
            <a:endParaRPr lang="en-US" sz="1200" b="0" dirty="0"/>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err="1"/>
              <a:t>These four cards are llm-d’s ‘well-lit paths’: tested deployment patterns, each framed as a practical question. The top row covers where requests should run and where reusable KV state should live. The bottom row covers expert parallelism and separating prefill from decode.</a:t>
            </a:r>
          </a:p>
          <a:p>
            <a:r>
              <a:rPr lang="en-US" sz="1200" dirty="0"/>
              <a:t>MoE means Mixture of Experts: think of a team of specialists, with a few experts selected to help process each token. Wide expert parallelism spreads that work across GPUs. The P/D path asks a different question: how should prompt capacity and generation capacity differ? These paths can work together, but we don’t need all of them at once. Results depend on the hardware. Today we’ll focus on P/D, with KAITO managing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Read the architecture on the left from top to bottom: an InferenceSet manages WorkSpaces, which manage inference workloads, with node pools and GPU nodes underneath. The orange autoscaler follows workload metrics back up to adjust the InferenceSet. The card on the right summarizes what the user gets.</a:t>
            </a:r>
          </a:p>
          <a:p>
            <a:r>
              <a:rPr lang="en-US" sz="1200"/>
              <a:t>KAITO is a CNCF Sandbox project that automates LLM inference, fine-tuning, and RAG with Kubernetes operators. You choose a model and GPU. KAITO sizes nodes for model memory, sets up and caches models, and manages InferenceSets and rolling updates. KEDA scales the workload. In this combination, llm-d supplies serving components while KAITO deploys and manages model workloads. You declare the desired state; KAITO keeps the actual resources aligned with it.</a:t>
            </a:r>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This is the declaration behind that architecture. At the top, the YAML identifies an InferenceSet. The green values highlight three choices: the replica count near the top, the GPU instance type farther down, and the model ID at the bottom.</a:t>
            </a:r>
          </a:p>
          <a:p>
            <a:r>
              <a:rPr lang="en-US" sz="1200"/>
              <a:t>Here we ask for three replicas of Qwen3-Coder-30B-A3B-Instruct on Standard_NC24ads_A100_v4 instances. The labels identify the related workloads. There’s no need to memorize the YAML; the point is that we declare the model, hardware choice, and desired count together. Three replicas does not necessarily mean three GPUs. Each replica’s GPU and node needs depend on the model and runtime settings. KAITO reconciles the actual resources with this desired state.</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Read this formula block from top to bottom. First we calculate the usable memory on one GPU, then the minimum GPU count, and finally the node count.</a:t>
            </a:r>
          </a:p>
          <a:p>
            <a:r>
              <a:rPr lang="en-US" sz="1200"/>
              <a:t>Choose the model and GPU SKU. This calculation starts with eighty-four percent of GPU memory, subtracts fixed overhead and KV cache, and fits the model weights into what remains. It includes a small allowance for the weights and rounds the GPU and node counts up.</a:t>
            </a:r>
          </a:p>
          <a:p>
            <a:r>
              <a:rPr lang="en-US" sz="1200"/>
              <a:t>KAITO saves the result as status.targetNodeCount. This path uses tensor parallelism within nodes and pipeline parallelism across nodes. It sizes memory, not traffic capacity, so check the calculation against your installed version.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Across the top are three building blocks: KAITO, llm-d, and vLLM with NIXL. The plus signs mean we combine them; this is not a request sequence. The cards below explain why we chose that combination.</a:t>
            </a:r>
          </a:p>
          <a:p>
            <a:r>
              <a:rPr lang="en-US" sz="1200"/>
              <a:t>KAITO keeps deployment and lifecycle management. llm-d adds endpoint selection and request routing. vLLM runs inference, and NIXL moves KV state. That lets us keep Workspace and InferenceSet, give each role its own settings, and reuse upstream routing rather than build another router.</a:t>
            </a:r>
          </a:p>
          <a:p>
            <a:r>
              <a:rPr/>
              <a:t>MultiRoleInference, or MRI, is alpha, with vLLM, Istio, and suitable GPU connectivity as constraints. Independent role settings do not mean automatic role scaling is finished; that integration still needs work.</a:t>
            </a:r>
            <a:endParaRPr lang="en-US" sz="120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responsibility map reads from applications at the top down to infrastructure at the bottom. The left column names each layer; the right explains its job. The highlighted orchestration row is where KAITO and llm-d fit.</a:t>
            </a:r>
          </a:p>
          <a:p>
            <a:r>
              <a:rPr lang="en-US" sz="1200"/>
              <a:t>Applications call the inference API. The gateway handles ingress, authentication, and traffic policy. KAITO manages lifecycle, while llm-d selects endpoints. Below that, vLLM runs prefill, decode, and batching. NIXL moves KV state, and cache systems can reuse or offload it. Infrastructure supports the stack.</a:t>
            </a:r>
          </a:p>
          <a:p>
            <a:r>
              <a:rPr lang="en-US" sz="1200"/>
              <a:t>This is a map of responsibilities, not a required installation checklist. Next, we’ll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large card on the left describes what we declare: one model, one endpoint, and two roles. The four cards on the right show who makes that work, from KAITO at the top to vLLM and NIXL at the bottom.</a:t>
            </a:r>
          </a:p>
          <a:p>
            <a:r>
              <a:rPr lang="en-US" sz="1200"/>
              <a:t>Prefill and decode keep their own placement and replica counts. KAITO maintains that topology. InferencePool connects it to gateway integration, and llm-d selects workers and coordinates requests. vLLM executes the phases; NIXL transfers KV state.</a:t>
            </a:r>
          </a:p>
          <a:p>
            <a:r>
              <a:rPr lang="en-US" sz="1200"/>
              <a:t>The key separation is orchestration versus execution. We expose one logical service, but we do not force both roles to share the same capacity settings. Those settings are not, by themselves, an automatic scaling policy.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upper diagram reads left to right: the gateway asks for a selection, the llm-d Router EPP makes the decision, and the box on the right represents the selected workers. The three points below explain how selection can be configured.</a:t>
            </a:r>
          </a:p>
          <a:p>
            <a:r>
              <a:rPr lang="en-US" sz="1200"/>
              <a:t>EPP means Endpoint Picker. It chooses a decode worker and, when remote prefill is needed, a prefill worker. This is a selection decision, not inference running inside the router; vLLM executes the phases.</a:t>
            </a:r>
          </a:p>
          <a:p>
            <a:r>
              <a:rPr lang="en-US" sz="1200"/>
              <a:t>The plugin chain can combine KV-aware and P/D-aware policies, and new scheduling policies can be added through plugins. KAITO reuses those decisions rather than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There are three paths here. The purple band at the top is resource management, not traffic. Below it, blue arrows carry the request from the client on the left to decode on the right. The green path carries KV data directly between the two runtimes.</a:t>
            </a:r>
          </a:p>
          <a:p>
            <a:r>
              <a:rPr lang="en-US" sz="1200"/>
              <a:t>KAITO maintains the role InferenceSets, InferencePool, and wiring. For a request, the gateway consults the EPP and forwards to the selected decode sidecar. The sidecar calls remote prefill when needed, then invokes local decode.</a:t>
            </a:r>
          </a:p>
          <a:p>
            <a:r>
              <a:rPr/>
              <a:t>The green arrow shows data moving from prefill to decode, although decode initiates the read. KV bypasses the gateway, EPP, and sidecar. The client still sees one endpoint; response arrows are omitted here.</a:t>
            </a:r>
            <a:endParaRPr lang="en-US" sz="120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 the left is the MultiRoleInference YAML. The arrow points to the topology it declares on the right: one logical service at the top, with prefill and decode underneath. The small cards represent role replicas, not individual GPUs.</a:t>
            </a:r>
          </a:p>
          <a:p>
            <a:r>
              <a:rPr lang="en-US" sz="1200"/>
              <a:t>This example names the service qwen-3-8-27b and uses Qwen/Qwen3.8-27B for both roles. It asks for one prefill replica on A100 and two decode replicas on H100. Each role has its own InferenceSet, placement, and capacity settings, while requests still enter through one logical service and InferencePool.</a:t>
            </a:r>
          </a:p>
          <a:p>
            <a:r>
              <a:rPr/>
              <a:t>Treat the model and SKU values as illustrative, not deployment-validated. Check the installed schema, model availability, and infrastructure prerequisites before using them.</a:t>
            </a:r>
            <a:endParaRPr lang="en-US" sz="120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resource and responsibility map. MultiRoleInference sits at the top. The dashed branches lead to prefill resources on the left, decode resources in the middle, and routing resources on the right. They are not network paths or a claim that every object is a direct child.</a:t>
            </a:r>
          </a:p>
          <a:p>
            <a:r>
              <a:rPr lang="en-US" sz="1200"/>
              <a:t>KAITO turns the declaration into workers and runtime wiring. On prefill, that includes role labels and the NIXL host or Pod IP. On decode, it includes the sidecar and aligned NIXL and vLLM ports. Routing connects Services, ports, and endpoint selection.</a:t>
            </a:r>
          </a:p>
          <a:p>
            <a:r>
              <a:rPr/>
              <a:t>The controller keeps these resources aligned over their lifecycle. It does more than generate YAML, but automatic per-role scaling still requires integration.</a:t>
            </a:r>
            <a:endParaRPr lang="en-US" sz="120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sequence diagram reads downward in time. Across the top, from left to right, are the client, gateway, decode sidecar, prefill runtime, and decode runtime. Follow the numbered arrows; the green arrow is the KV payload, not another HTTP call.</a:t>
            </a:r>
          </a:p>
          <a:p>
            <a:r>
              <a:rPr lang="en-US" sz="1200"/>
              <a:t>After worker selection, the gateway routes to the decode sidecar with the selected prefill information. The sidecar requests remote prefill with max_tokens set to one. Prefill returns remote KV parameters, not the KV payload, and the sidecar passes those parameters to local decode.</a:t>
            </a:r>
          </a:p>
          <a:p>
            <a:r>
              <a:rPr/>
              <a:t>Decode initiates the NIXL read, so the data moves from prefill to decode. The response returns through the sidecar and gateway. The sidecar coordinates calls and metadata; the runtimes transfer the actual KV.</a:t>
            </a:r>
            <a:endParaRPr lang="en-US" sz="120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The prefill worker is on the left and the decode worker is on the right. The arrow between them shows the direction of KV data. The notes underneath describe transport requirements, not extra request-routing steps.</a:t>
            </a:r>
          </a:p>
          <a:p>
            <a:r>
              <a:rPr lang="en-US" sz="1200"/>
              <a:t>Prefill builds KV in GPU memory, and decode reuses it to continue generating. NIXL supplies a transport backend; decode may initiate the read even though the data moves left to right. That transfer happens between runtimes, not through the gateway or routing sidecar.</a:t>
            </a:r>
          </a:p>
          <a:p>
            <a:r>
              <a:rPr lang="en-US" sz="1200"/>
              <a:t>GPU-direct RDMA requires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These two cards separate the capacity problem by role. Prefill is on the left, decode is on the right, and the strip beneath each card names a starting signal. These are policy ideas, not benchmark charts.</a:t>
            </a:r>
          </a:p>
          <a:p>
            <a:r>
              <a:rPr lang="en-US" sz="1200"/>
              <a:t>The proposed approach is to let each role make its own capacity decision. For prefill, we want to protect time to first token, so we start with vLLM waiting requests. For decode, we want steady token delivery, so we start with running requests.</a:t>
            </a:r>
          </a:p>
          <a:p>
            <a:r>
              <a:rPr/>
              <a:t>Those counts indicate queueing and concurrency; they do not directly measure latency or GPU saturation. Tune thresholds against the service’s latency targets. Automatic MRI role scaling is the proposed integration, not a capability already established by these cards.</a:t>
            </a:r>
            <a:endParaRPr lang="en-US" sz="120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left-to-right flow shows the documented scaling mechanism: a trigger on the left, KEDA and HPA in the middle, and the target InferenceSet on the right. The box below gives a queue-metric example.</a:t>
            </a:r>
          </a:p>
          <a:p>
            <a:r>
              <a:rPr lang="en-US" sz="1200"/>
              <a:t>The trigger can be a schedule or a Prometheus query. Through a ScaledObject, KEDA and HPA set the InferenceSet’s replica count, and KAITO reconciles the serving resources. The example metric, vllm:num_requests_waiting, watches queued requests.</a:t>
            </a:r>
          </a:p>
          <a:p>
            <a:r>
              <a:rPr/>
              <a:t>KEDA is installed separately. This capability exists today for InferenceSet; it is not a finished MultiRoleInference policy. The scaling unit is a complete serving replica, not an individual tensor-parallel worker.</a:t>
            </a:r>
            <a:endParaRPr lang="en-US" sz="120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There is one architecture diagram on the left and a summary card on the right. In the diagram, inference pods sit at the lower left, the KAITO scaler at the lower right, KEDA above it, and the API server and native HPA across the top.</a:t>
            </a:r>
          </a:p>
          <a:p>
            <a:r>
              <a:rPr lang="en-US" sz="1200"/>
              <a:t>The scaler reads vLLM metrics directly, without Prometheus. It scrapes and aggregates serving metrics, and KEDA exposes the external-metric path used by HPA to scale the InferenceSet. The card highlights queue and latency signals, conservative replica steps, and combining conditions with AND.</a:t>
            </a:r>
          </a:p>
          <a:p>
            <a:r>
              <a:rPr lang="en-US" sz="1200"/>
              <a:t>AND can reduce unnecessary scaling, but also delay capacity. Check the installed scaler version and test your policy. Applying this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have two proposed control loops: prefill in teal on top, decode in purple below. Each row reads left to right from a signal, through a KEDA and HPA decision, to an InferenceSet. The dashed return arrows show feedback as capacity changes.</a:t>
            </a:r>
          </a:p>
          <a:p>
            <a:r>
              <a:rPr lang="en-US" sz="1200"/>
              <a:t>Prefill watches waiting requests. Decode watches running requests. Each role gets its own threshold and replica target, so one role can request more capacity while the other holds steady. KEDA and HPA are one way to implement this design, not the definition of the design itself.</a:t>
            </a:r>
          </a:p>
          <a:p>
            <a:r>
              <a:rPr/>
              <a:t>Give each target one authoritative autoscaler. Verify metric freshness and coverage, allow model warm-up, stabilize changes, and scale down safely. The MRI integration remains proposed.</a:t>
            </a:r>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Read this proposed policy flow from left to right. Service goals are on the left, policy reconciliation is in the middle, and the path splits into prefill at the upper right and decode at the lower right.</a:t>
            </a:r>
          </a:p>
          <a:p>
            <a:r>
              <a:rPr lang="en-US" sz="1200"/>
              <a:t>The service-level intent is simple: protect prompt latency and keep tokens flowing. We translate those goals into separate role policies and replica targets, rather than one shared scaling decision. The two roles still cooperate on requests, but they do not have to grow together.</a:t>
            </a:r>
          </a:p>
          <a:p>
            <a:r>
              <a:rPr/>
              <a:t>This mapping and the handoff of replica ownership still need MRI integration. Keep one authoritative autoscaler per target, and scale a complete serving replica—not an individual tensor-parallel worker.</a:t>
            </a:r>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top row gives the pattern: policies on the left, decisions in the middle, and serving capacity on the right. The teal and purple rows below apply that same pattern separately to prefill and decode.</a:t>
            </a:r>
          </a:p>
          <a:p>
            <a:r>
              <a:rPr lang="en-US" sz="1200"/>
              <a:t>In these proposed loops, prefill waiting requests inform prefill capacity, while decode running requests inform decode capacity. Running requests measure concurrency, not GPU saturation. GPU utilization can help diagnose behavior, but it is not the only signal or a universal scaling objective.</a:t>
            </a:r>
          </a:p>
          <a:p>
            <a:r>
              <a:rPr/>
              <a:t>Use fresh, complete metrics scoped to each role, give every target one owner, and count only ready serving replicas. Routing chooses where requests go; autoscaling changes how much capacity is available. Those are different decisions.</a:t>
            </a:r>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left panel proposes role policies in MRI annotations. The upper-right excerpt leaves role replicas unset; the example below shows independent decisions. This is not a deployable manifest: the MRI adapter and child opt-in still need integration.</a:t>
            </a:r>
          </a:p>
          <a:p>
            <a:r>
              <a:rPr lang="en-US" sz="1200"/>
              <a:t>Start with one prefill replica and two decode replicas. If both role averages are twelve, prefill is above its threshold of eight and requests scale-up. Decode is between four and twenty-four, so it holds. Above twenty-four, decode can independently request scale-up. AND applies within each role, not across roles.</a:t>
            </a:r>
          </a:p>
          <a:p>
            <a:r>
              <a:rPr/>
              <a:t>The formula requests double, half, or unchanged replicas, rounded up. HPA limits the pace to at most one replica per configured cooldown period. Readiness, bounds, and stabilization still apply; these thresholds are only examples.</a:t>
            </a:r>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left card covers prefill waiting requests; the right covers decode running requests. Each has three decision boxes—scale down, hold, and scale up—with example replica bounds underneath. These are proposed policy thresholds, not measured results.</a:t>
            </a:r>
          </a:p>
          <a:p>
            <a:r>
              <a:rPr lang="en-US" sz="1200"/>
              <a:t>Prefill requests scale-up above eight and scale-down below one. Decode requests scale-up above twenty-four and scale-down below four. Values between the thresholds, including equality, hold. Readiness and scaling safeguards still control what actually happens.</a:t>
            </a:r>
          </a:p>
          <a:p>
            <a:r>
              <a:rPr/>
              <a:t>Before averaging, verify how Services map to serving replicas. The default sums matching series within each service, then averages successfully scraped services. Require full coverage: missing data is not zero, and that protection needs implementation and validation. Verify the deployed metrics before enabling either policy.</a:t>
            </a:r>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table has four examples. Read across from the native vLLM metric on the left, through the calculation in the middle, to its possible use on the right.</a:t>
            </a:r>
          </a:p>
          <a:p>
            <a:r>
              <a:rPr lang="en-US" sz="1200"/>
              <a:t>Maximum KV usage across role samples could guard scale-down. One minus that value gives a free fraction, not request capacity. Histogram bucket rates give an engine-side first-token P95. Summing generation-counter rates over five minutes gives output throughput, which we still need to benchmark.</a:t>
            </a:r>
          </a:p>
          <a:p>
            <a:r>
              <a:rPr/>
              <a:t>These are proposed derived signals, not metrics already integrated into MRI. Check the queries before use. KV occupancy is not demand, and throughput alone should not change replica counts.</a:t>
            </a:r>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These three cards outline integration directions: cache-aware serving on the left, more inference roles in the middle, and larger-scale execution on the right.</a:t>
            </a:r>
          </a:p>
          <a:p>
            <a:r>
              <a:rPr lang="en-US" sz="1200"/>
              <a:t>For cache reuse, we're looking at routing with KV cache events and tiering cache across GPU memory, CPU RAM, and optional filesystems. The middle card adds Encode to Prefill and Decode, so the topology can support more roles. At larger scale, the focus is wide expert parallelism and better cross-node transport and communication.</a:t>
            </a:r>
          </a:p>
          <a:p>
            <a:r>
              <a:rPr lang="en-US" sz="1200"/>
              <a:t>Treat this as a direction of travel, not a release schedule. Some of these capabilities already exist upstream; the question here is how we integrate them.</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If you'd like to try this, here are the starting points. llm-d and KAITO are both CNCF Sandbox projects; their repositories have the code. For scaling details, look at keda-kaito-scaler. Then follow the KAITO and llm-d P/D guide for prerequisites and configuration.</a:t>
            </a:r>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for joining us. We're happy to take questions.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There are two pools here: prefill on the left and decode on the right. The arrow between them shows KV cache data moving from prefill to decode.</a:t>
            </a:r>
          </a:p>
          <a:p>
            <a:r>
              <a:rPr lang="en-US" sz="1200"/>
              <a:t>Prefill processes the prompt, so we size its replicas and parallelism for prompt pressure, compute, and latency. Decode generates tokens, so we size that pool for sustained generation, bandwidth, and active KV memory. Separating the phases lets us tune those resources independently.</a:t>
            </a:r>
          </a:p>
          <a:p>
            <a:r>
              <a:rPr/>
              <a:t>But the handoff isn't free. Transfer and coordination add cost, and the path must be fast enough to justify the split. The arrow shows data direction: KV still moves from prefill to decode even when decode initiates the read.</a:t>
            </a:r>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table compares two role policies. The left column names the setting, the middle shows prefill, and the right shows decode. The five rows cover signals, replica bounds, scaling thresholds, and shared guardrails.</a:t>
            </a:r>
          </a:p>
          <a:p>
            <a:r>
              <a:rPr lang="en-US" sz="1200"/>
              <a:t>Using per-replica signals, prefill watches waiting requests; decode watches running requests. In this example, prefill ranges from one to eight replicas, scaling up above eight and down below one. Decode ranges from two to sixteen, scaling up above twenty-four and down below four. Otherwise, hold.</a:t>
            </a:r>
          </a:p>
          <a:p>
            <a:r>
              <a:rPr/>
              <a:t>Both require readiness and fresh metrics. These numbers are examples: validate thresholds, cooldown, and model warm-up. The safety checks are requirements to verify, not guarantees of current MRI integration.</a:t>
            </a:r>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Read these three responsibility bands from top to bottom: KAITO, GWIE, and the llm-d Router. Each name is on the left, with its job on the right.</a:t>
            </a:r>
          </a:p>
          <a:p>
            <a:r>
              <a:rPr lang="en-US" sz="1200"/>
              <a:t>KAITO reconciles the role topology: it creates resources and manages their lifecycle. GWIE defines the InferencePool contract, connecting backends to gateway integration. The llm-d Router uses EPP to select endpoints and make role-aware routing decisions.</a:t>
            </a:r>
          </a:p>
          <a:p>
            <a:r>
              <a:rPr lang="en-US" sz="1200"/>
              <a:t>That separation is important. KAITO owns the topology, GWIE defines the contract, and the router makes the selection. InferencePool is an API resource connecting those concerns, not another forwarding proxy in the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The three numbered cards walk left to right through the sizing estimate: memory budget, GPU count, then node count.</a:t>
            </a:r>
          </a:p>
          <a:p>
            <a:r>
              <a:rPr lang="en-US" sz="1200"/>
              <a:t>First, start with GPU memory and reserve space for runtime overhead and KV cache. Next, estimate how many GPUs are needed to fit the weights into usable memory, accounting for parallelism. Finally, divide by GPUs per node, round up, and reconcile the workload.</a:t>
            </a:r>
          </a:p>
          <a:p>
            <a:r>
              <a:rPr lang="en-US" sz="1200"/>
              <a:t>This is an initial memory-capacity estimate, not a throughput estimate. The exact formula and safety margins depend on the KAITO and runtime versions. Fitting the model into memory does not guarantee either latency or throughput.</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The bullets are on the left; the numbered flow runs across the right and bottom. Envoy and the scheduler are above, decode is below left, and prefill is below right. The broad NIXL arrow points from prefill to decode.</a:t>
            </a:r>
          </a:p>
          <a:p>
            <a:r>
              <a:rPr lang="en-US" sz="1200"/>
              <a:t>First, the scheduler selects the workers and whether to use P/D. The decode sidecar coordinates remote prefill, which returns transfer metadata. Decode then pulls KV through NIXL and generates tokens. One client request can become separate internal requests: the sidecar coordinates, while vLLM and NIXL move KV data.</a:t>
            </a:r>
          </a:p>
          <a:p>
            <a:r>
              <a:rPr lang="en-US" sz="1200"/>
              <a:t>Separate routing lets us tune each role's capacity and scheduling. But control isn't a latency guarantee: target first-token and inter-token SLOs, then measure the handoff cost.</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diagram has four components. The gateway is on the left; the shaded decode pod contains the sidecar and local vLLM. Remote prefill sits below. Blue arrows carry requests, orange marks optional prefill, and green shows direct KV data transfer.</a:t>
            </a:r>
          </a:p>
          <a:p>
            <a:r>
              <a:rPr lang="en-US" sz="1200"/>
              <a:t>The gateway reaches the EPP-selected decode endpoint through its sidecar. When needed, the sidecar requests remote prefill, then passes the local request and KV metadata to decode vLLM. That decode endpoint coordinates the work and returns the final response.</a:t>
            </a:r>
          </a:p>
          <a:p>
            <a:r>
              <a:rPr/>
              <a:t>Notice that the green path bypasses the sidecar. Decode initiates the read, but KV data comes from prefill directly into the decode runtime. Ports five thousand and five thousand one are configuration examples.</a:t>
            </a:r>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two-by-two decision matrix. Left means costly or weak KV transfer; right means cheap, fast-enough transfer. The top row has different role bottlenecks or scaling needs; the bottom row has similar needs.</a:t>
            </a:r>
          </a:p>
          <a:p>
            <a:r>
              <a:rPr lang="en-US" sz="1200"/>
              <a:t>Top left, improve the topology first: separate capacity may help, but transfer can erase the gain. Top right is the strong P/D candidate. Tune each role separately, then validate at matched SLOs and cost.</a:t>
            </a:r>
          </a:p>
          <a:p>
            <a:r>
              <a:rPr/>
              <a:t>Along the bottom, usually stay aggregated. With similar role needs, expensive transfer adds cost for little benefit, and fast fabric alone isn't a reason to split. The test is whether independent capacity helps enough to outweigh the KV handoff.</a:t>
            </a:r>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Let me leave you with three takeaways for operating P/D on Kubernetes. First, separate capacity to protect latency: prefill shapes the first token, while decode shapes ongoing token delivery. Second, give each layer a clear job: KAITO manages roles, llm-d routes, and vLLM with NIXL executes and moves KV.</a:t>
            </a:r>
          </a:p>
          <a:p>
            <a:r>
              <a:rPr lang="en-US" sz="1200"/>
              <a:t>Third, scale each role safely, using role-specific signals and safe scale-down. MRI integration still needs work. And before adopting P/D, compare it with aggregated serving at matched workload, cost, and latency targets.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These two cards separate today from the proposal: existing scaler settings are on the left, and proposed simplification is on the right.</a:t>
            </a:r>
          </a:p>
          <a:p>
            <a:r>
              <a:rPr lang="en-US" sz="1200"/>
              <a:t>Today, you choose queue and latency metrics, thresholds, time windows, replica bounds, and cooldowns. Signals can be combined with an AND policy. Check the available settings against your installed scaler version.</a:t>
            </a:r>
          </a:p>
          <a:p>
            <a:r>
              <a:rPr/>
              <a:t>The proposal keeps minimum and maximum replicas while deriving more defaults automatically, still validated for the model and workload. That's a direction for simpler configuration, not shipped auto-tuning. Existing InferenceSet scaling is the starting point; MRI role-policy integration still needs work.</a:t>
            </a:r>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There are three cards here, read left to right: operate the components, compose the serving stack, and deploy a tested path.</a:t>
            </a:r>
          </a:p>
          <a:p>
            <a:r>
              <a:rPr lang="en-US" sz="1200"/>
              <a:t>For operations, llm-d uses modular components on Kubernetes, with clear failure boundaries. Composition means connecting gateways, routing, runtimes, and KV interfaces rather than replacing everything. For deployment, start with tested paths, understand the trade-offs, and tune for your workload.</a:t>
            </a:r>
          </a:p>
          <a:p>
            <a:r>
              <a:rPr/>
              <a:t>That's the central idea: reuse the serving stack and add Kubernetes-native coordination. llm-d composes gateways, runtimes, and transport; it doesn't replace them all. These reference paths are starting points, not performance guarantees for every model and hardware combination.</a:t>
            </a:r>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three cards cover safety from left to right: replica ownership, metric availability, and lifecycle handoff. These are requirements to verify, not guarantees of current MRI integration.</a:t>
            </a:r>
          </a:p>
          <a:p>
            <a:r>
              <a:rPr lang="en-US" sz="1200"/>
              <a:t>Start with one replica writer per role, so autoscalers don't compete. Then inspect the actual metrics endpoint and scope samples to each role. Missing or invalid data isn't zero load: hold the decision and report the problem.</a:t>
            </a:r>
          </a:p>
          <a:p>
            <a:r>
              <a:rPr/>
              <a:t>For handoff, stop the old writer first and delete only scalers you own. Allow model warm-up, count only ready capacity, and test safe scale-down that protects in-flight requests. Getting the ownership and lifecycle right matters just as much as choosing the threshold.</a:t>
            </a:r>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four cards are building blocks, not benchmark results. Across the top are distributed execution and prefill/decode separation; across the bottom are state-aware scheduling and capacity control.</a:t>
            </a:r>
          </a:p>
          <a:p>
            <a:r>
              <a:rPr lang="en-US" sz="1200"/>
              <a:t>Distributed execution supports large models through expert parallelism and tuned communication. P/D separation lets us choose placement, batching, and capacity for each phase. State-aware scheduling considers cache locality and runtime load, while capacity control uses workload signals and latency targets to guide scaling.</a:t>
            </a:r>
          </a:p>
          <a:p>
            <a:r>
              <a:rPr lang="en-US" sz="1200"/>
              <a:t>Remember that choosing a worker and adding capacity are different decisions. Validate the combination against your model, hardware, traffic, and SLOs. These capabilities aren't performance guarantees, and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We can 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Separate pools let us tune each phase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choosing capacity for each phase, not just running two deployments.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Decode is often bandwidth-bound.</a:t>
            </a:r>
          </a:p>
          <a:p>
            <a:pPr>
              <a:spcAft>
                <a:spcPts val="375"/>
              </a:spcAft>
              <a:defRPr sz="1800" b="0">
                <a:solidFill>
                  <a:srgbClr val="172941"/>
                </a:solidFill>
                <a:latin typeface="Arial"/>
              </a:defRPr>
            </a:pPr>
            <a:r>
              <a:rPr sz="1350" cap="none">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We 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examples, not a ranking. Some approaches can work together.</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llm-d connects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We 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combine reusable components.</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tested deployment patterns explain the trade-offs.</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cap="none" dirty="0" err="1"/>
              <a:t>MoE</a:t>
            </a:r>
            <a:r>
              <a:rPr lang="en-US" dirty="0"/>
              <a:t>:</a:t>
            </a:r>
            <a:r>
              <a:rPr lang="zh-CN" altLang="en-US" dirty="0"/>
              <a:t> </a:t>
            </a:r>
            <a:r>
              <a:rPr cap="none" dirty="0"/>
              <a:t>Mixture of Experts—a team of specialists.</a:t>
            </a:r>
          </a:p>
          <a:p>
            <a:pPr>
              <a:spcAft>
                <a:spcPts val="100"/>
              </a:spcAft>
              <a:defRPr sz="1350" b="0">
                <a:solidFill>
                  <a:srgbClr val="142C46"/>
                </a:solidFill>
                <a:latin typeface="Arial"/>
              </a:defRPr>
            </a:pPr>
            <a:r>
              <a:rPr cap="none" dirty="0"/>
              <a:t>The model picks a few experts to help process each token.</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Choose a model and GPU.</a:t>
            </a:r>
            <a:br/>
            <a:r>
              <a:rPr sz="1300" cap="none">
                <a:solidFill>
                  <a:srgbClr val="142C46"/>
                </a:solidFill>
                <a:latin typeface="Arial"/>
              </a:rPr>
              <a:t>KAITO sizes nodes for model memory.</a:t>
            </a:r>
            <a:br/>
            <a:r>
              <a:rPr sz="1300" cap="none">
                <a:solidFill>
                  <a:srgbClr val="142C46"/>
                </a:solidFill>
                <a:latin typeface="Arial"/>
              </a:rPr>
              <a:t>It sets up and caches models.</a:t>
            </a:r>
            <a:br/>
            <a:r>
              <a:rPr sz="1300" cap="none">
                <a:solidFill>
                  <a:srgbClr val="142C46"/>
                </a:solidFill>
                <a:latin typeface="Arial"/>
              </a:rPr>
              <a:t>It manages InferenceSets and rolling updates.</a:t>
            </a:r>
            <a:br/>
            <a:r>
              <a:rPr sz="1300" cap="none">
                <a:solidFill>
                  <a:srgbClr val="142C46"/>
                </a:solidFill>
                <a:latin typeface="Arial"/>
              </a:rPr>
              <a:t>KEDA scales the workload.</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We declare the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Choose the model and GPU SKU.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9430</TotalTime>
  <Words>13440</Words>
  <Application>Microsoft Office PowerPoint</Application>
  <PresentationFormat>On-screen Show (16:9)</PresentationFormat>
  <Paragraphs>1305</Paragraphs>
  <Slides>52</Slides>
  <Notes>52</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326</cp:revision>
  <dcterms:created xsi:type="dcterms:W3CDTF">2019-07-29T21:37:05Z</dcterms:created>
  <dcterms:modified xsi:type="dcterms:W3CDTF">2026-10-27T14:41:33Z</dcterms:modified>
</cp:coreProperties>
</file>