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dirty="0"/>
              <a:t>Speaker script</a:t>
            </a:r>
          </a:p>
          <a:p>
            <a:endParaRPr dirty="0"/>
          </a:p>
          <a:p>
            <a:r>
              <a:rPr dirty="0"/>
              <a:t>We’re Andy Zhang and Linbo He, both principal software engineers at Microsoft. We both maintain KAITO. Andy also works on CSI drivers, and Linbo also maintains </a:t>
            </a:r>
            <a:r>
              <a:rPr dirty="0" err="1"/>
              <a:t>OpenYurt</a:t>
            </a:r>
            <a:r>
              <a:rPr dirty="0"/>
              <a: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Let’s start with what happens before the first output token. Across the top, our prompt is ‘What does Kubernetes do?’ We’re using one word per token, plus punctuation, to make the example easy to follow. In a real model, token boundaries will differ. Read the lower row from left to right: five prompt positions go through causal prefill, meaning each position can attend only to itself and earlier positions. The runtime saves the attention keys and values for those processed positions in the KV cache. Finally, the last prompt position produces the scores used to select ‘Kubernetes’ as the first output token. Selecting that token does not yet put its own keys and values in the cache. Next, decode consumes it and continues the answer.</a:t>
            </a:r>
          </a:p>
          <a:p>
            <a:endParaRP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Next, decode takes “Kubernetes,” reuses the KV cache, and picks “helps.” Then it takes “helps” and picks “teams.” Each step adds KV for the token going in, not the new token coming out.</a:t>
            </a:r>
          </a:p>
          <a:p>
            <a:endParaRPr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Now put those two phases back into one request. Follow the top row: the prompt enters prefill, prefill builds the attention state in the KV cache, and decode uses that state to generate the answer iteratively. The two cards below show the experience we’re trying to protect. On the left, time to first token is how long the user waits before the answer starts. Prefill matters here, along with queueing and delivery. On the right, inter-token latency describes the gaps once generation begins; average time per output token summarizes that pace. Prefill is often compute-bound, while decode is often memory-bandwidth-bound. Our goal is not simply to maximize token throughput. It is to serve more requests while meeting both latency targets.</a:t>
            </a:r>
          </a:p>
          <a:p>
            <a:endParaRPr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Here’s the simplest deployment model: one shared GPU pool. Look at the three workers on the left. Each handles both prefill and decode, so the whole deployment has one coupled scaling boundary. That simplicity is valuable, especially when starting out. The tension appears on the right. A burst of new prompts adds prefill work while other requests are already generating tokens. Those activities now compete for the same resources, which can disturb token delivery. If we respond by adding another replica, we add capacity for both phases together, even when only one phase is under pressure. So this is both a scheduling problem and a capacity-planning problem. Next, let’s make that interference more concrete.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D marks a decode step; P marks prefill for a new request. On a shared GPU, prefill can interrupt ongoing decoding. Separate GPUs remove that direct conflict, but the new request still needs KV transfer. This is a conceptual schedule, not a benchmark.</a:t>
            </a:r>
          </a:p>
          <a:p>
            <a:endParaRPr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two sides show why the phases benefit from different batching choices. Start on the left with prefill. Request A has several prompt positions, and request B contributes another set. Prefill can process many of those input positions together in a forward pass, while preserving causal attention. Now look at decode on the right. Each active request brings its prior KV history and one newest input token. The runtime consumes that token and selects the next output token for that request. Decode therefore finds much of its parallel work across active sequences, rather than across new positions within one sequence. Adding more active requests can improve utilization, but it also consumes more KV memory and can increase the gaps between tokens. That trade-off shapes how we size each pool.</a:t>
            </a:r>
          </a:p>
          <a:p>
            <a:endParaRP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That difference in work leads to a different capacity decision. On the left, prompt-heavy demand puts pressure on the input side, so we look first at prefill capacity and parallelism to protect time to first token. On the right, sustained generation puts pressure on decode, where batching, memory bandwidth, and active KV state matter for token delivery. The three boxes underneath summarize the knobs: different latency targets, different resource needs, and different replica, parallelism, or batching choices. Separate pools let us tune those knobs independently instead of forcing one deployment configuration to satisfy both phases. But separation has a price: KV transfer, extra copies of model weights, and more operational work. We should split only when the phase-specific benefit covers that price.</a:t>
            </a:r>
          </a:p>
          <a:p>
            <a:endParaRP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translate those independent decisions into a deployment. On the left is the prefill pool, sized for prompt-processing pressure and the first-token objective. On the right is the decode pool, sized for sustained generation, memory bandwidth, and active KV state. The connection in the middle is the new boundary: the prompt’s KV cache must become available to decode. The state moves from prefill to decode, even when decode initiates the transfer. Each side can now have its own replica count and parallelism, but they are still cooperating on one request. The transfer and coordination costs sit directly between the two phases. That is why a useful split depends on both the pool configuration and a fast, reliable handoff. Next comes the Kubernetes wiring that makes it work.</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Keep the center of this diagram in mind: this is still one model service, backed by two role-specific groups of workers. The surrounding boxes show what must agree. At the upper left, routing needs to discover eligible endpoints and select the right roles. At the upper right, the decode-side proxy needs to coordinate the request across those workers. At the lower left, both runtimes must agree on the KV connector and transport settings. And at the lower right, labels, ports, readiness, and replica lifecycle must stay consistent as pods change. Creating two deployments solves only a small part of this. The orchestration layer has to maintain the relationships, while the inference runtime still executes the model. That is the integration problem we’ll now explore.</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These are alternative ways to build P/D serving, not a ranking. </a:t>
            </a:r>
            <a:r>
              <a:rPr dirty="0" err="1"/>
              <a:t>llm</a:t>
            </a:r>
            <a:r>
              <a:rPr dirty="0"/>
              <a:t>-d is a CNCF Sandbox project, and </a:t>
            </a:r>
            <a:r>
              <a:rPr dirty="0" err="1"/>
              <a:t>KServe</a:t>
            </a:r>
            <a:r>
              <a:rPr dirty="0"/>
              <a:t> is Incubating. Declarative APIs already exist; KAITO aims to simplify their integration into its operating model.</a:t>
            </a:r>
          </a:p>
          <a:p>
            <a:endParaRPr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是 Kubernetes-native 的高性能分布式推理框架。它不是替换 vLLM、gateway 或 storage，而是组合这些组件。它强调三个价值：可运营的模块化架构、跨平台的可扩展实现，以及 well-lit paths。Well-lit path 的意义，是把经过验证的部署模式和 trade-off 直接交给平台团队。</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llm-d is a Kubernetes-native framework for high-performance distributed inference. It does not replace vLLM, gateways, or storage systems; it composes them. Its value is organized around three ideas: an operable modular architecture, extensible cross-platform implementations, and well-lit paths. A well-lit path gives platform teams a validated deployment pattern together with the trade-offs behind it.</a:t>
            </a:r>
          </a:p>
          <a:p>
            <a:br>
              <a:rPr lang="zh-CN" altLang="zh-CN" dirty="0"/>
            </a:br>
            <a:endParaRPr kumimoji="1" lang="zh-CN" altLang="en-US" dirty="0"/>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社区正在建立一个跨厂商的分布式推理公共栈，并把关键能力从实验推进到可复现路径。这里包括 MoE serving、P/D disaggregation、state-aware scheduling 和 predictive autoscaling。后面不会逐条重复这些结果，而是挑四个架构模式，看它们各自解决什么瓶颈。</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The llm-d community is building a cross-vendor common stack for distributed inference and turning important techniques into reproducible paths. These include MoE serving, prefill/decode disaggregation, state-aware scheduling, and predictive autoscaling. Rather than reading every result on this slide, I will focus on four architectural patterns and the bottleneck each one addresses.</a:t>
            </a:r>
          </a:p>
          <a:p>
            <a:br>
              <a:rPr lang="zh-CN" altLang="zh-CN" dirty="0"/>
            </a:br>
            <a:endParaRPr kumimoji="1" lang="zh-CN" altLang="en-US"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endParaRPr/>
          </a:p>
          <a:p>
            <a:r>
              <a:t>We’ve looked at llm-d’s serving components. KAITO addresses the Kubernetes operating side. It is a CNCF Sandbox operator suite for inference, fine-tuning, and RAG. The capabilities listed here cover model and GPU selection, node provisioning based on model memory needs, model onboarding and caching, and InferenceSet lifecycle and rolling upgrades. KAITO also supports workload scaling through KEDA integration. Those capabilities give us a declarative way to maintain a model workload, not just launch a container once. Next, let’s look at the resource an operator actually declares.</a:t>
            </a:r>
          </a:p>
          <a:p>
            <a:endParaRP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Read this example from the top down. The resource is an InferenceSet, which expresses the desired model workload. Under spec, we ask for three replicas and identify the workload through its labels. In the template, the resource section chooses an A100 instance type, while the inference preset names the Qwen model. These are desired-state inputs: what model to serve, where to place it, and how many serving replicas to maintain. KAITO reconciles the workload toward that state. Notice that the declaration does not ask the user to manually construct every underlying serving resource. The next slide looks more closely at how model and GPU information feeds the initial node-sizing decision.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You might wonder how KAITO picks the number of GPU nodes. You do not set it - KAITO computes it from the model and the GPU type.</a:t>
            </a:r>
          </a:p>
          <a:p>
            <a:r>
              <a:rPr lang="en-US" dirty="0"/>
              <a:t>The idea is simple. First, it takes the GPU memory and keeps about 84 percent, the part vLLM can actually use. From that it subtracts a small fixed overhead, and the KV cache, which grows with the context length. What is left is the budget on each GPU for the model weights.</a:t>
            </a:r>
          </a:p>
          <a:p>
            <a:r>
              <a:rPr lang="en-US" dirty="0"/>
              <a:t>Then it divides the model size by that budget to get the smallest number of GPUs, and divides again by the GPUs per node to get the node count.</a:t>
            </a:r>
          </a:p>
          <a:p>
            <a:r>
              <a:rPr lang="en-US" dirty="0"/>
              <a:t>This number is saved as targetNodeCount. And if it is more than one, KAITO serves the model across nodes on its own - tensor parallel inside a node, and pipeline parallel across nodes. So both the sizing and the parallel setup are automatic. Now, once it is running, how do we handle changing traffic? That is autoscaling, which is next.</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three boxes across the top are a division of responsibility, not three network hops. Start with KAITO: MultiRoleInference expresses the topology, and child InferenceSets manage the role workloads. In the middle, llm-d contributes endpoint selection and the decode routing sidecar. On the right, vLLM executes prefill and decode, while NIXL supports direct KV movement between runtimes. The lower row explains why this composition fits KAITO users: preserve the existing API model, reuse routing rather than build another routing engine, and connect through the InferencePool contract. KAITO wires the resources and lifecycle; it does not take over token execution or KV transport. The documented MRI integration is alpha, with vLLM, Istio, and suitable GPU connectivity as prerequisites. Automatic per-role scaling remains a separate design concern.</a:t>
            </a:r>
          </a:p>
          <a:p>
            <a:endParaRP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Read this stack from top to bottom. Applications, such as chat services and agents, call an API. The gateway handles ingress, authentication, and traffic policy. The next row separates two orchestration jobs: KAITO manages the resource lifecycle, while llm-d selects serving endpoints. Below that, vLLM performs prefill, decode, and batching. The KV-state row separates transfer, supported by NIXL, from cache reuse and offload, which may involve other cache systems. At the base, Kubernetes, GPUs, networking, and storage provide the infrastructure these components rely on. These rows describe responsibilities, not a requirement to install every possible component. For the rest of the architecture walkthrough, we’ll concentrate on role topology, request routing, the direct KV path,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 the left is the user-facing promise: declare one model service and keep one endpoint, while giving prefill and decode independent placement and replica settings. On the right, read down through the implementation responsibilities. KAITO manages MultiRoleInference and lifecycle. Gateway integration connects the service through the InferencePool contract. llm-d then selects endpoints and supplies the sidecar that coordinates the request. Finally, vLLM and NIXL execute the phases and transfer KV directly between runtimes. The bottom line summarizes the sequence of responsibilities: declare the topology, select workers, coordinate the request, and move the state. The client does not need separate prefill and decode APIs. Next, we’ll zoom in on how worker selection happens without turning the picker into another serving proxy.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Follow the top row from the gateway on the left. Through the Gateway API Inference Extension integration, the gateway asks the llm-d Endpoint Picker for a routing decision. The picker runs its configured plugin chain and returns the selected decode worker, plus a prefill worker when needed. This exchange is out of band: the inference request does not travel through the picker on its way to the model. The three cards below describe what can inform that decision. Selection understands worker roles and the model; configured plugins can incorporate cache awareness and P/D scheduling; and the plugin interface provides room for additional policy. KAITO reuses that routing capability and maintains its integration. The serving path then carries out the decision, which we’ll separate from resource ownership next.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slide draws the ownership boundary in three rows. At the top, KAITO declares and reconciles the topology. That includes resource generation, ownership, and lifecycle for the prefill and decode roles. In the middle, the Gateway API Inference Extension defines the integration contract. InferencePool gives the gateway a Kubernetes API surface for backend discovery and endpoint-selection integration; it is not an extra proxy that receives every request. At the bottom, llm-d Router makes the actual endpoint-selection decision using its P/D-aware scheduling logic. Those are different jobs, even though they work together. Keeping them separate helps us troubleshoot: a topology problem belongs in reconciliation, a discovery problem in the integration contract, and a worker-choice problem in routing. Now let’s put those responsibilities onto the actual request paths.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There are three different paths here, so start with the top band. MultiRoleInference feeds the KAITO controller, which reconciles the child InferenceSets, InferencePool, and runtime wiring. That is resource ownership, not request traffic. Now move to the serving row and read left to right. The client calls the gateway. The gateway consults the llm-d Endpoint Picker out of band, then sends the request to the selected decode pod’s routing sidecar. The sidecar coordinates optional remote prefill and proxies to local decode vLLM. Finally, look at the separate KV connection between the runtimes. Decode initiates the NIXL read, while the KV data itself moves from prefill to decode. It does not pass through the gateway or sidecar. All of this remains behind one client-facing endpoint.</a:t>
            </a:r>
          </a:p>
          <a:p>
            <a:endParaRP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Start with the manifest on the left. MultiRoleInference names one model, then declares two roles. Prefill has one replica on the illustrated A100 instance type; decode has two replicas on the illustrated H100 instance type. Follow the reconcile arrow to the right. At the top is still one logical service and InferencePool. Under it, the prefill and decode roles have separate worker groups, managed through their own InferenceSets. The cards count serving replicas, not individual GPUs inside a VM. This example demonstrates independent placement and replica settings; choosing these exact values still requires validating the model, installed API, hardware compatibility, and transfer path. The important API idea is that one declaration preserves the shared service while allowing each role’s capacity to differ. Next, we’ll unpack what reconciliation generates.</a:t>
            </a:r>
          </a:p>
          <a:p>
            <a:endParaRP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tree from the top. MultiRoleInference is the declared topology, and KAITO reconciles it into the role and routing resources beneath it. The left branch manages prefill workers and the role labels and NIXL address wiring they need. The middle branch manages decode workers, including routing-sidecar injection and the local vLLM and NIXL ports. The right branch covers the shared routing resources: InferencePool, llm-d Endpoint Picker configuration, services, and target ports. The bottom strip is what must remain consistent across those branches: ownership, role identity, labels, ports, and lifecycle. Some relationships are maintained through child controllers; this is a responsibility map rather than a list of direct object owners. Reconciliation keeps the topology coherent, but it does not itself decide the per-role autoscaling policy.</a:t>
            </a:r>
          </a:p>
          <a:p>
            <a:endParaRP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follow one request down the sequence. The client calls the gateway. After endpoint selection, which is omitted here, the gateway forwards to the decode sidecar with the selected prefill worker in a header. At step three, the sidecar asks remote prefill to run with max tokens set to one. Prefill returns the remote KV parameters at step four; that response contains transfer metadata, not the KV payload. The sidecar then invokes local decode with the remote-prefill flag and the required identifiers. At step six, decode initiates a NIXL read, so the KV data moves directly from prefill vLLM to decode vLLM. Decode continues generation, and the response returns through the sidecar and gateway to the client. Coordination follows the HTTP path; the bulk KV state takes a separate runtime-to-runtime path.</a:t>
            </a:r>
          </a:p>
          <a:p>
            <a:endParaRP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endParaRPr/>
          </a:p>
          <a:p>
            <a:r>
              <a:t>This view brings the same idea back to the llm-d serving stack. Routing connects two distinct stages of one inference request: processing the prompt and generating the continuation. Dedicated prefill and decode workers let us allocate resources and tune scheduling differently for those stages. Worker selection is dynamic, while the client still uses one service endpoint. The practical benefit is more control over the wait for the first token and the pace of the tokens that follow. But separating the workers also makes the handoff part of the critical path. We’ve just seen how the sidecar coordinates that handoff; next, we’ll look at the vLLM and NIXL path that moves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endParaRPr/>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Scale the role that needs more capacity. Waiting requests can show prefill pressure; running requests can show decode load. This is a proposed role-aware pattern, not something MRI does automatically. We still need to validate the signals and safeguards.</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Before discussing the proposed role-aware design, let’s anchor on what is documented today. Read this flow from left to right. A trigger supplies the scaling signal: that can be a schedule, such as cron, or a Prometheus query. KEDA, working with the HPA, turns that trigger into a replica target. On the right, the scale target is the InferenceSet’s scale subresource, and KAITO reconciles that desired count into serving resources. We are not manually scaling individual workload pods. The waiting-request metric at the bottom is one documented queue signal. KEDA is installed separately. This gives us a real InferenceSet scaling mechanism to build on, but it does not by itself provide automatic MRI-level policies for both roles.</a:t>
            </a:r>
          </a:p>
          <a:p>
            <a:endParaRP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endParaRPr/>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Give prefill and decode their own feedback loops, each targeting its own InferenceSet. Keep one autoscaler per target. Both loops need time to settle, time to load the model, and a safe way to scale down.</a:t>
            </a:r>
          </a:p>
          <a:p>
            <a:endParaRP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is the proposed policy boundary for a two-role service. Start on the left with service-level intent: prefill should protect the first-token objective, while decode should protect token delivery. In the middle, policy reconciliation turns those objectives into independent role targets. On the right, prefill and decode each have their own policy and scale target, rather than sharing one replica decision. The key unit is a complete serving replica. If a model uses tensor parallelism, adding or removing one worker from that replica is not the same as scaling serving capacity. Each target also needs one authoritative replica-count writer. This diagram describes the design pattern we want; the existing KEDA-to-InferenceSet mechanism is a possible foundation, not proof that MRI policy projection already ships.</a:t>
            </a:r>
          </a:p>
          <a:p>
            <a:endParaRP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top row as the control-loop contract: a role has signals, thresholds, and bounds; one controller makes its decision; and the result changes model-ready serving capacity. The next two rows apply that contract separately. Prefill exposes waiting-request metrics, its autoscaler evaluates prefill pressure, and its target changes prefill replicas. Decode exposes running-request metrics, its autoscaler evaluates decode load, and its target changes decode replicas. These arrows describe information and decisions, not requests passing through autoscalers. Metrics must be scoped to the correct role, deduplicated where necessary, and fresh enough to trust. A new pod is not useful capacity until the model can serve. In this design, invalid or incomplete observations should hold decisions and report the problem. Routing chooses workers; these independent loops change how many workers are available.</a:t>
            </a:r>
          </a:p>
          <a:p>
            <a:endParaRP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is a proposed annotation-based expression of those two loops. On the left, prefill uses waiting requests with bounds of one to eight replicas; decode uses running requests with bounds of two to sixteen. Each role has its own thresholds. The AND setting applies within a role; it does not require prefill and decode to be busy together. On the right, null replica fields illustrate handing replica ownership away from fixed MRI enforcement, which requires the adapter and child opt-in. Start at one prefill and two decode replicas. Waiting at twelve requests calls for prefill scale-up, while decode running at twelve stays between its thresholds and holds. Later, running above twenty-four can request decode scale-up independently. These are decisions, not immediate replica changes: readiness, bounds, cooldown, and complete, fresh metric coverage still gate safe execution.</a:t>
            </a:r>
          </a:p>
          <a:p/>
          <a:p>
            <a:r>
              <a:t>Technical reference (not part of the spoken script)</a:t>
            </a:r>
          </a:p>
          <a:p/>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For prefill, more than eight waiting requests means scale up; fewer than one means scale down. For decode, the running-request thresholds are twenty-four and four. Otherwise, hold. These are example values—we need to test our own thresholds.</a:t>
            </a:r>
          </a:p>
          <a:p>
            <a:endParaRP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table across each row to compare the policies. Prefill uses waiting requests as its primary signal, with an illustrative range of one to eight replicas. Decode uses running requests, with a range of two to sixteen. For prefill, a value above eight requests an increase and a value below one requests a decrease. For decode, those thresholds are above twenty-four and below four. Values between the thresholds, including equality, hold. These are role-scoped per-replica signals, not one total across the entire model service. The last row is shared: model-ready capacity and fresh metrics. In the proposed safety contract, missing or invalid data must not masquerade as low load. Cooldown, stabilization, bounds, and protection for active requests still apply before a decision becomes a capacity change.</a:t>
            </a:r>
          </a:p>
          <a:p>
            <a:endParaRP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can derive cache usage, free space, latency, and throughput from native metrics. But free cache space isn’t the same as room for more requests, and throughput alone doesn’t tell us demand. Start by using these signals to understand the workload.</a:t>
            </a:r>
          </a:p>
          <a:p>
            <a:endParaRP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Speaker script</a:t>
            </a:r>
          </a:p>
          <a:p>
            <a:endParaRPr/>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endParaRP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Thank you for joining us. We’re happy to take your questions.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This is the high-level sequence behind the initial GPU node estimate. Start on the left with the memory budget. GPU memory cannot all be assigned to model weights: the runtime needs overhead, and attention needs space for KV state as context grows. In the middle, estimate how many GPUs can fit the weights within that usable budget, taking the runtime’s parallelism into account. On the right, translate that GPU requirement into nodes using the GPUs available per node, then reconcile the workload. The exact formula and safety margins vary with the KAITO and runtime implementation. Any fixed utilization allowance is a sizing assumption, not a guarantee of usable serving capacity. The estimate is a starting point that still needs validation against context length, concurrency, and latency targets.</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large boundary marks the selected decode pod. Start outside it on the left: the gateway sends the inference request to the endpoint selected through the EPP integration. That endpoint reaches the routing sidecar, shown here on port five thousand. The sidecar can call the remote prefill worker below and then pass the request and transfer metadata to local decode vLLM, shown on port five thousand and one. Those port numbers belong to this configuration; the important contract is that the gateway’s target port reaches the sidecar. The separate KV path bypasses the sidecar and terminates at decode vLLM. Decode initiates the read from prefill through NIXL. Keeping coordination with the decode pod gives the gateway one serving endpoint while the runtimes exchange state directly.</a:t>
            </a:r>
          </a:p>
          <a:p>
            <a:endParaRP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horizontal axis first: KV transfer gets more affordable as we move from left to right. Then read the vertical axis: the roles have more different bottlenecks and scaling needs as we move upward. The strongest candidate is the top-right corner, where independent capacity decisions have value and transfer does not consume that value. At the top left, the roles may benefit from separation, but locality or transport needs attention first. At the bottom left, similar needs plus expensive transfer argue for staying aggregated. At the bottom right, a fast fabric alone still does not create a reason to split. Use this as a way to frame an experiment, then compare the actual workload under matched latency targets and cost, including transfer overhead and operational complexity.</a:t>
            </a:r>
          </a:p>
          <a:p>
            <a:endParaRP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endParaRPr/>
          </a:p>
          <a:p>
            <a:r>
              <a:t>The left side shows the knobs involved in explicit scaling configuration: metrics, thresholds, aggregation windows, replica bounds, cooldowns, and signal-combination rules. Those choices determine what the controller considers busy, idle, or uncertain. The proposed simplification on the right keeps the important capacity bounds but derives more defaults from the model and workload. That is a direction to validate, not a shipped auto-tuning promise. Annotation support also depends on the installed scaler and integration version. In either form, configuration expresses intent; controllers must still create the scaling resources, manage ownership, and handle invalid data safely.</a:t>
            </a:r>
          </a:p>
          <a:p>
            <a:endParaRP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 three columns describe llm-d as a composable serving system. On the left, modular components and Kubernetes integration give us operational boundaries we can inspect. In the middle, gateway integration, extensible routing, and runtime and KV interfaces let those components cooperate. On the right, tested reference paths provide a starting deployment shape, with trade-offs and workload-specific tuning still visible. llm-d is a CNCF Sandbox project that connects these layers rather than replacing the gateway, inference engine, and transport with one component. That is why the responsibility boundaries in our KAITO integration matter.</a:t>
            </a:r>
          </a:p>
          <a:p>
            <a:endParaRP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these three safeguards from left to right. First, replica ownership: one writer should control each role’s replica count, with separate targets for prefill and decode. Second, metric availability: inspect the real runtime metrics, scope them by role, and verify that coverage and freshness are sufficient. Missing samples are not zero load. The required failure behavior is to hold decisions and report the problem, and that behavior must be verified end to end rather than assumed. Third, lifecycle: stop the old writer before handing control to a new one, and delete only scaling resources the controller owns. Count capacity only after model warm-up, and test scale-down with active requests and KV state present. These safeguards are what turn a plausible scaling formula into an operable service.</a:t>
            </a:r>
          </a:p>
          <a:p>
            <a:endParaRP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These four areas solve different parts of distributed serving. At the upper left, distributed execution addresses how large models run across devices, including expert parallelism and communication. At the upper right, prefill and decode separation lets us choose different placement, batching, and capacity for each phase. At the lower left, state-aware scheduling uses cache locality and runtime load to guide worker selection. At the lower right, capacity control uses workload signals and latency objectives to decide how much serving capacity is needed. The distinction matters: selecting a better worker and adding another worker are separate actions. Our KAITO integration connects lifecycle and role topology to these serving capabilities, while the exact configuration and results still depend on the model, hardware, traffic, and latency goals.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xmlns:p="http://schemas.openxmlformats.org/presentationml/2006/main" xmlns:a="http://schemas.openxmlformats.org/drawingml/2006/main">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02 / 49</a:t>
            </a:r>
          </a:p>
        </p:txBody>
      </p:sp>
      <p:sp xmlns:p="http://schemas.openxmlformats.org/presentationml/2006/main" xmlns:a="http://schemas.openxmlformats.org/drawingml/2006/main">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03 / 49</a:t>
            </a:r>
          </a:p>
        </p:txBody>
      </p:sp>
      <p:sp xmlns:p="http://schemas.openxmlformats.org/presentationml/2006/main" xmlns:a="http://schemas.openxmlformats.org/drawingml/2006/main">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04 / 49</a:t>
            </a:r>
          </a:p>
        </p:txBody>
      </p:sp>
      <p:sp xmlns:p="http://schemas.openxmlformats.org/presentationml/2006/main" xmlns:a="http://schemas.openxmlformats.org/drawingml/2006/main">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Compose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Modular architecture</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Integrate inference routing with Kubernetes through Gateway API.</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Extensible components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Combine runtimes, routing plugins and KV transport.</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Well-lit paths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Use tested deployment patterns with explicit trade-offs.</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xmlns:p="http://schemas.openxmlformats.org/presentationml/2006/main" xmlns:a="http://schemas.openxmlformats.org/drawingml/2006/main">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A shared foundation for distributed inference.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Composable components, not a replacement for the serving runtime.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Reusable deployment paths expose design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Distribute expert computation across GPUs with expert-parallel execution.</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Separate prompt processing from token generation; transfer KV state between roles.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cache and load signals to inform endpoint selection through routing plugins.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workload signals and SLO targets to guide capacity; policy remains integration-specific.</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A common stack and reusable patterns—not a single model or a deployment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Original project graphic;</a:t>
            </a:r>
          </a:p>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a serving benchmark.</a:t>
            </a:r>
          </a:p>
        </p:txBody>
      </p:sp>
      <p:sp xmlns:p="http://schemas.openxmlformats.org/presentationml/2006/main" xmlns:a="http://schemas.openxmlformats.org/drawingml/2006/main">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17 / 49</a:t>
            </a:r>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19 / 49</a:t>
            </a:r>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22 / 49</a:t>
            </a:r>
          </a:p>
        </p:txBody>
      </p:sp>
      <p:sp xmlns:p="http://schemas.openxmlformats.org/presentationml/2006/main" xmlns:a="http://schemas.openxmlformats.org/drawingml/2006/main">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23 / 49</a:t>
            </a:r>
          </a:p>
        </p:txBody>
      </p:sp>
      <p:sp xmlns:p="http://schemas.openxmlformats.org/presentationml/2006/main" xmlns:a="http://schemas.openxmlformats.org/drawingml/2006/main">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31 / 49</a:t>
            </a:r>
          </a:p>
        </p:txBody>
      </p:sp>
      <p:sp xmlns:p="http://schemas.openxmlformats.org/presentationml/2006/main" xmlns:a="http://schemas.openxmlformats.org/drawingml/2006/main">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32 / 49</a:t>
            </a:r>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35 / 49</a:t>
            </a:r>
          </a:p>
        </p:txBody>
      </p:sp>
      <p:sp xmlns:p="http://schemas.openxmlformats.org/presentationml/2006/main" xmlns:a="http://schemas.openxmlformats.org/drawingml/2006/main">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Example: one MRI policy, independent P/D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32 / 48</a:t>
            </a:r>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46 / 49</a:t>
            </a:r>
          </a:p>
        </p:txBody>
      </p:sp>
      <p:sp xmlns:p="http://schemas.openxmlformats.org/presentationml/2006/main" xmlns:a="http://schemas.openxmlformats.org/drawingml/2006/main">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49 / 49</a:t>
            </a:r>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20 / 49</a:t>
            </a:r>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45 / 49</a:t>
            </a:r>
          </a:p>
        </p:txBody>
      </p:sp>
      <p:sp xmlns:p="http://schemas.openxmlformats.org/presentationml/2006/main" xmlns:a="http://schemas.openxmlformats.org/drawingml/2006/main">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47 / 49</a:t>
            </a:r>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36 / 49</a:t>
            </a:r>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16 / 49</a:t>
            </a:r>
          </a:p>
        </p:txBody>
      </p:sp>
      <p:sp xmlns:p="http://schemas.openxmlformats.org/presentationml/2006/main" xmlns:a="http://schemas.openxmlformats.org/drawingml/2006/main">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