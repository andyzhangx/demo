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Default Extension="svg" ContentType="image/svg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4-end-to-end-architecture.svg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5-multiroleinference-topology.svg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6-kaito-generated-resources.svg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7-request-execution-flow.svg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8-decode-sidecar-placement.svg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09-runtime-contracts.svg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10-kaito-vs-llmd.svg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slide-11-ownership-boundary.svg" 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pic>
        <p:nvPicPr>
          <p:cNvPr id="7" name="Picture 6" descr="slide-04-end-to-end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pic>
        <p:nvPicPr>
          <p:cNvPr id="7" name="Picture 6" descr="slide-05-multiroleinference-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pic>
        <p:nvPicPr>
          <p:cNvPr id="7" name="Picture 6" descr="slide-06-kaito-generated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pic>
        <p:nvPicPr>
          <p:cNvPr id="7" name="Picture 6" descr="slide-07-request-execution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pic>
        <p:nvPicPr>
          <p:cNvPr id="7" name="Picture 6" descr="slide-08-decode-sidecar-pla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pic>
        <p:nvPicPr>
          <p:cNvPr id="7" name="Picture 6" descr="slide-09-runtime-contr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pic>
        <p:nvPicPr>
          <p:cNvPr id="7" name="Picture 6" descr="slide-10-kaito-vs-ll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pic>
        <p:nvPicPr>
          <p:cNvPr id="7" name="Picture 6" descr="slide-11-ownership-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572768"/>
            <a:ext cx="10058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