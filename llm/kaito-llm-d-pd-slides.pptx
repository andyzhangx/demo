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+ GWIE: Division of Labor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makes P/D operable. llm-d provides the routing intelligence. GWIE provides the Kubernetes-native contract.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8813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828800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29968"/>
            <a:ext cx="10012680" cy="7132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4173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2121408"/>
            <a:ext cx="224028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121408"/>
            <a:ext cx="2194560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InferencePool
(GWIE CRD)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121408"/>
            <a:ext cx="2423160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 API Inference Extension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121408"/>
            <a:ext cx="1280160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90779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5285232"/>
            <a:ext cx="1005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154680"/>
            <a:ext cx="1005840" cy="6766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3154680"/>
            <a:ext cx="1280160" cy="6766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2999232"/>
            <a:ext cx="1874519" cy="969264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761488"/>
            <a:ext cx="1965960" cy="76809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InferenceSet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87952"/>
            <a:ext cx="1965960" cy="76809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InferenceSet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950208"/>
            <a:ext cx="192024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Decode pod
sidecar + local vLLM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57400" y="3493008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611880" y="3493008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760720" y="3493008"/>
            <a:ext cx="457200" cy="1078992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83879" y="4434840"/>
            <a:ext cx="365761" cy="137160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60720" y="3127248"/>
            <a:ext cx="457200" cy="23774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74920" y="2743200"/>
            <a:ext cx="868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selects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83879" y="3145536"/>
            <a:ext cx="365761" cy="1152144"/>
          </a:xfrm>
          <a:prstGeom prst="line">
            <a:avLst/>
          </a:prstGeom>
          <a:ln w="3556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65008" y="3364992"/>
            <a:ext cx="82296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" y="5504688"/>
            <a:ext cx="4160520" cy="38404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78992" y="5568696"/>
            <a:ext cx="40233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Request routing and KV transfer are separate paths.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5504688"/>
            <a:ext cx="5212080" cy="38404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5568696"/>
            <a:ext cx="495604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KAITO owns topology + wiring; GWIE carries the contract; llm-d owns EPP decisions; vLLM/NIXL own execution + handoff.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phi-4-mini
spec:
  model:
    name: phi-4-mini-instruct
  roles:
    - type: prefill
      replicas: 1
      instanceType: Standard_NC24ads_A100_v4
    - type: decode
      replicas: 1
      instanceType: Standard_NC24ads_A100_v4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07792"/>
            <a:ext cx="2880360" cy="6400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78308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87952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224028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297180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87952"/>
            <a:ext cx="224028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617720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75688" y="2157984"/>
            <a:ext cx="3886200" cy="106984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75688" y="3227832"/>
            <a:ext cx="3886200" cy="1335024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888" y="2157984"/>
            <a:ext cx="3246120" cy="1069848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61888" y="3227832"/>
            <a:ext cx="3035807" cy="11887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3227832"/>
            <a:ext cx="2788920" cy="133502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41848" y="3227832"/>
            <a:ext cx="320040" cy="1764792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1280160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783080"/>
            <a:ext cx="1280160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83080"/>
            <a:ext cx="1280160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783080"/>
            <a:ext cx="1280160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783080"/>
            <a:ext cx="1280160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sidecar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783080"/>
            <a:ext cx="1280160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vLLM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40" y="2066544"/>
            <a:ext cx="18288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2066544"/>
            <a:ext cx="9144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2066544"/>
            <a:ext cx="347472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99632" y="2066544"/>
            <a:ext cx="749808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0" y="2066544"/>
            <a:ext cx="91440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49440" y="2907792"/>
            <a:ext cx="1280160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89520" y="2350008"/>
            <a:ext cx="0" cy="557784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229600" y="2350008"/>
            <a:ext cx="914400" cy="841248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0" y="2971800"/>
            <a:ext cx="1115568" cy="329184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749039"/>
            <a:ext cx="754380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49640" y="3730752"/>
            <a:ext cx="2743200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user sees one endpoint. GWIE carries the gateway-facing contract, llm-d makes the routing decisions, and the platform coordinates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074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691640"/>
            <a:ext cx="4526280" cy="4251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28800"/>
            <a:ext cx="1828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560320"/>
            <a:ext cx="352044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86200"/>
            <a:ext cx="352044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87968" y="3310128"/>
            <a:ext cx="0" cy="57607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697480"/>
            <a:ext cx="1005840" cy="36576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263640" y="2935224"/>
            <a:ext cx="365760" cy="0"/>
          </a:xfrm>
          <a:prstGeom prst="line">
            <a:avLst/>
          </a:prstGeom>
          <a:ln w="3302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808208" y="3310128"/>
            <a:ext cx="896112" cy="36576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61320" y="3493008"/>
            <a:ext cx="246888" cy="768096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41605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783080"/>
            <a:ext cx="41605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468880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67004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191256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511296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511296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7124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23367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553712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553712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75488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27608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1783080"/>
            <a:ext cx="45720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783080"/>
            <a:ext cx="45720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95728"/>
            <a:ext cx="4443984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395728"/>
            <a:ext cx="4389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96128" y="3675887"/>
            <a:ext cx="896112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