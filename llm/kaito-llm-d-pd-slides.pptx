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69080" cy="6729984"/>
          </a:xfrm>
          <a:prstGeom prst="rect">
            <a:avLst/>
          </a:prstGeom>
          <a:solidFill>
            <a:srgbClr val="16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841248"/>
            <a:ext cx="89611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KubeCon '26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325880"/>
            <a:ext cx="7040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KAITO + llm-d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901952"/>
            <a:ext cx="731520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 Display"/>
              </a:rPr>
              <a:t>How They Support Prefill/Decode
Disaggregation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" y="3063240"/>
            <a:ext cx="71323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C9D6FF"/>
                </a:solidFill>
                <a:latin typeface="Aptos"/>
              </a:rPr>
              <a:t>A Kubernetes-native story about declarative topology,
role-aware routing, and direct KV-cache handoff.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4663440"/>
            <a:ext cx="512064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Control plane: KAITO
Gateway-facing contract: GWIE
Routing intelligence: llm-d Router
Runtime + KV path: vLLM + NIXL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5715000"/>
            <a:ext cx="1078992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39112" y="5715000"/>
            <a:ext cx="1078992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llm-d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5715000"/>
            <a:ext cx="1078992" cy="40233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5715000"/>
            <a:ext cx="1078992" cy="40233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914400"/>
            <a:ext cx="29260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Aptos"/>
              </a:rPr>
              <a:t>P/D platform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50224" y="1719072"/>
            <a:ext cx="2487168" cy="56692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50224" y="2724912"/>
            <a:ext cx="2487168" cy="56692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 + GWIE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50224" y="3730752"/>
            <a:ext cx="2487168" cy="56692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llm-d Router EPP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50224" y="4736592"/>
            <a:ext cx="2487168" cy="56692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vLLM + NIXL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93808" y="2286000"/>
            <a:ext cx="0" cy="438912"/>
          </a:xfrm>
          <a:prstGeom prst="line">
            <a:avLst/>
          </a:prstGeom>
          <a:ln w="381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893808" y="3291840"/>
            <a:ext cx="0" cy="438912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93808" y="4297680"/>
            <a:ext cx="0" cy="438912"/>
          </a:xfrm>
          <a:prstGeom prst="line">
            <a:avLst/>
          </a:prstGeom>
          <a:ln w="3810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the llm-d Router Brings to the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The routing intelligence KAITO builds on for P/D.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65960"/>
            <a:ext cx="2331720" cy="246888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0149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implementation for the GWIE flow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 runtime hook point for endpoint selection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965960"/>
            <a:ext cx="2331720" cy="246888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602736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Selection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model-aware and role-aware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select decode and, when needed, prefill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53328" y="1965960"/>
            <a:ext cx="2331720" cy="246888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Plugins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KV-cache-aware logic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 chain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1965960"/>
            <a:ext cx="2331720" cy="246888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7873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Extensibility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56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future advanced scheduling surface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 substrate KAITO can build 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00400" y="3200400"/>
            <a:ext cx="256032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88152" y="3200400"/>
            <a:ext cx="265176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394192" y="3200400"/>
            <a:ext cx="246888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KAITO is not inventing a new routing brain here. It is building on llm-d Router as the EPP and scheduling substrate.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All Three: KAITO + GWIE + llm-d Router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Three layers, three responsibilities, one usable P/D platform.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234440" y="1755648"/>
            <a:ext cx="214884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Aptos"/>
              </a:rPr>
              <a:t>control-plane abstraction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47488" y="1755648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gateway-facing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55648"/>
            <a:ext cx="214884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EA580C"/>
                </a:solidFill>
                <a:latin typeface="Aptos"/>
              </a:rPr>
              <a:t>routing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011680"/>
            <a:ext cx="2926080" cy="233172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declarative abstraction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 orchestration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child resource ownership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platform-facing UX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011680"/>
            <a:ext cx="2926080" cy="233172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76402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gateway-facing routing contract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InferencePool API model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 integration pattern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Kubernetes-native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2011680"/>
            <a:ext cx="2926080" cy="233172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55878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llm-d Router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EPP implementation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endpoint selection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routing execution substrate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49039" y="3172968"/>
            <a:ext cx="822961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800" y="3172968"/>
            <a:ext cx="8229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2468880" y="4553712"/>
            <a:ext cx="73152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contract + routing together become a usable platform path only when the controller owns the topology and wiring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llm-d gives the routing brain, GWIE gives the Kubernetes routing contract, and KAITO turns the whole thing into a usable platform workflow.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End-to-End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005840"/>
            <a:ext cx="1065276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This is the anchor architecture slide: one user endpoint, one gateway-facing contract surface, two role-specific backends, and a direct KV path.</a:t>
            </a:r>
          </a:p>
        </p:txBody>
      </p:sp>
      <p:pic>
        <p:nvPicPr>
          <p:cNvPr id="7" name="Picture 6" descr="slide-04-end-to-end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72768"/>
            <a:ext cx="10058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MultiRoleInference Object Describes the Topology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Users declare intent once; the platform expands it into a runnable P/D system.</a:t>
            </a:r>
          </a:p>
        </p:txBody>
      </p:sp>
      <p:pic>
        <p:nvPicPr>
          <p:cNvPr id="7" name="Picture 6" descr="slide-05-multiroleinference-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72768"/>
            <a:ext cx="10058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KAITO Automatically Generates for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024128"/>
            <a:ext cx="106070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KAITO acts like the control-plane compiler for the topology.</a:t>
            </a:r>
          </a:p>
        </p:txBody>
      </p:sp>
      <p:pic>
        <p:nvPicPr>
          <p:cNvPr id="7" name="Picture 6" descr="slide-06-kaito-generated-re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72768"/>
            <a:ext cx="10058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a P/D Request Actually Executes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One endpoint for the user; multiple coordinated steps underneath.</a:t>
            </a:r>
          </a:p>
        </p:txBody>
      </p:sp>
      <p:pic>
        <p:nvPicPr>
          <p:cNvPr id="7" name="Picture 6" descr="slide-07-request-execution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72768"/>
            <a:ext cx="10058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the Routing Sidecar Lives on Decode Pods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Sidecar placement is an execution design choice, not an incidental implementation detail.</a:t>
            </a:r>
          </a:p>
        </p:txBody>
      </p:sp>
      <p:pic>
        <p:nvPicPr>
          <p:cNvPr id="7" name="Picture 6" descr="slide-08-decode-sidecar-pla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72768"/>
            <a:ext cx="10058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Runtime Contracts That Make P/D Actually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Most real failures here are contract bugs, not model bugs.</a:t>
            </a:r>
          </a:p>
        </p:txBody>
      </p:sp>
      <p:pic>
        <p:nvPicPr>
          <p:cNvPr id="7" name="Picture 6" descr="slide-09-runtime-contra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72768"/>
            <a:ext cx="10058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Does Not Replace llm-d — It Operationalizes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The two projects solve different layers of the same problem.</a:t>
            </a:r>
          </a:p>
        </p:txBody>
      </p:sp>
      <p:pic>
        <p:nvPicPr>
          <p:cNvPr id="7" name="Picture 6" descr="slide-10-kaito-vs-llm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72768"/>
            <a:ext cx="10058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Users Manage vs. What the Platform Manages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P/D becomes usable when the ownership boundary is clean.</a:t>
            </a:r>
          </a:p>
        </p:txBody>
      </p:sp>
      <p:pic>
        <p:nvPicPr>
          <p:cNvPr id="7" name="Picture 6" descr="slide-11-ownership-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72768"/>
            <a:ext cx="10058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024128"/>
            <a:ext cx="103327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Why This Matters Operationally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34440" y="2011680"/>
            <a:ext cx="9738360" cy="2514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Aptos"/>
              </a:rPr>
              <a:t>• P/D is useful because prefill and decode have different resource profiles.
• llm-d is useful because routing and scheduling need role awareness.
• KAITO is useful because platform teams need a Kubernetes-native control-plane abstraction.
• Together they turn P/D from a manual stack into a repeatable platform workflow.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53312" y="5166360"/>
            <a:ext cx="9464040" cy="6217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KAITO turns llm-d-style prefill/decode disaggregation from a manual routing stack into a declarative Kubernetes workflow.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