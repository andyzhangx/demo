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8813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828800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764792"/>
            <a:ext cx="1051560" cy="2743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user traffic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764792"/>
            <a:ext cx="1051560" cy="27432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029968"/>
            <a:ext cx="10012680" cy="74980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2212848"/>
            <a:ext cx="14173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139696"/>
            <a:ext cx="2331720" cy="420624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39696"/>
            <a:ext cx="1874519" cy="420624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InferencePool
(GWIE CRD)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19088" y="2139696"/>
            <a:ext cx="2633472" cy="420624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Gateway API Inference Extension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2139696"/>
            <a:ext cx="1261872" cy="420624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907792"/>
            <a:ext cx="10012680" cy="12344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89320" y="4297680"/>
            <a:ext cx="3794760" cy="54864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2980944"/>
            <a:ext cx="1005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8192" y="4425696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" y="3310128"/>
            <a:ext cx="1005840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310128"/>
            <a:ext cx="1234440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0208" y="3163824"/>
            <a:ext cx="1874519" cy="877824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2999232"/>
            <a:ext cx="1874519" cy="65836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Prefill
InferenceSet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3675887"/>
            <a:ext cx="1874519" cy="65836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Decode
InferenceSet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13648" y="3511296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pod
sidecar + local vLLM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84831" y="3602736"/>
            <a:ext cx="292609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11880" y="3602736"/>
            <a:ext cx="33832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24728" y="3602736"/>
            <a:ext cx="502920" cy="402336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02168" y="3931920"/>
            <a:ext cx="411480" cy="73152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983480" y="2944368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selects decode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5824728" y="3328416"/>
            <a:ext cx="502920" cy="16459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010912" y="2761488"/>
            <a:ext cx="9326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optional prefill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02168" y="3328416"/>
            <a:ext cx="411480" cy="420623"/>
          </a:xfrm>
          <a:prstGeom prst="line">
            <a:avLst/>
          </a:prstGeom>
          <a:ln w="3556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46720" y="3218688"/>
            <a:ext cx="86868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" y="5047488"/>
            <a:ext cx="4800600" cy="512064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33856" y="5175504"/>
            <a:ext cx="45262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Client traffic and KV-cache movement follow different paths.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89320" y="5047488"/>
            <a:ext cx="5074920" cy="512064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5175504"/>
            <a:ext cx="47548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KAITO owns topology + wiring; GWIE carries the contract; llm-d owns EPP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phi-4-mini
spec:
  model:
    name: phi-4-mini-instruct
  roles:
    - type: prefill
      replicas: 1
      instanceType: Standard_NC24ads_A100_v4
    - type: decode
      replicas: 1
      instanceType: Standard_NC24ads_A100_v4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07792"/>
            <a:ext cx="2880360" cy="6400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78308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87952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224028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297180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87952"/>
            <a:ext cx="224028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617720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75688" y="2157984"/>
            <a:ext cx="3886200" cy="106984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75688" y="3227832"/>
            <a:ext cx="3886200" cy="1335024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888" y="2157984"/>
            <a:ext cx="3246120" cy="1069848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61888" y="3227832"/>
            <a:ext cx="3035807" cy="11887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3227832"/>
            <a:ext cx="2788920" cy="133502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41848" y="3227832"/>
            <a:ext cx="320040" cy="1764792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72768"/>
            <a:ext cx="1005840" cy="256032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2770632"/>
            <a:ext cx="914400" cy="256032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Aptos"/>
              </a:rPr>
              <a:t>prefill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035808"/>
            <a:ext cx="91440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10512"/>
            <a:ext cx="1051560" cy="58521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 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10512"/>
            <a:ext cx="1280160" cy="58521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 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810512"/>
            <a:ext cx="1508760" cy="58521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  InferencePool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1810512"/>
            <a:ext cx="1783080" cy="58521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4  llm-d Router EPP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2" y="1810512"/>
            <a:ext cx="1645920" cy="58521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5  Decode sidecar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21240" y="1810512"/>
            <a:ext cx="1325880" cy="58521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6  Decode vLLM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09928" y="2103120"/>
            <a:ext cx="256032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46120" y="2103120"/>
            <a:ext cx="274320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29200" y="2103120"/>
            <a:ext cx="411480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103120"/>
            <a:ext cx="438912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08592" y="2103120"/>
            <a:ext cx="612648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35240" y="3017520"/>
            <a:ext cx="1664208" cy="58521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85632" y="2395728"/>
            <a:ext cx="0" cy="621792"/>
          </a:xfrm>
          <a:prstGeom prst="line">
            <a:avLst/>
          </a:prstGeom>
          <a:ln w="317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178040" y="2542032"/>
            <a:ext cx="9601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dispatches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299448" y="2395728"/>
            <a:ext cx="621792" cy="914400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915400" y="3456432"/>
            <a:ext cx="868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handoff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921240" y="2395728"/>
            <a:ext cx="64008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561320" y="1417320"/>
            <a:ext cx="0" cy="97840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606040" y="1417320"/>
            <a:ext cx="795528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144768" y="1225296"/>
            <a:ext cx="1234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response stream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858768"/>
            <a:ext cx="7406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22208" y="3785615"/>
            <a:ext cx="2770632" cy="1554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
• The client still sees one endpoint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GWIE carries the gateway-facing contract, llm-d makes the routing decisions, and the platform coordinates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9834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0528" y="1645920"/>
            <a:ext cx="4663440" cy="4343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10512"/>
            <a:ext cx="1828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84848" y="2267712"/>
            <a:ext cx="987552" cy="2743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Aptos"/>
              </a:rPr>
              <a:t>external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31552" y="2267712"/>
            <a:ext cx="914400" cy="2743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Aptos"/>
              </a:rPr>
              <a:t>KV handoff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59168" y="2697480"/>
            <a:ext cx="3566160" cy="76809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59168" y="4041648"/>
            <a:ext cx="3566160" cy="76809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0" y="3072384"/>
            <a:ext cx="749808" cy="0"/>
          </a:xfrm>
          <a:prstGeom prst="line">
            <a:avLst/>
          </a:prstGeom>
          <a:ln w="355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880360"/>
            <a:ext cx="749808" cy="2926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42248" y="3465576"/>
            <a:ext cx="0" cy="57607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979408" y="3621024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proxy to local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063240"/>
            <a:ext cx="393192" cy="1216152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277856" y="3675887"/>
            <a:ext cx="822960" cy="256032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5102352"/>
            <a:ext cx="3977639" cy="3657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334155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41605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783080"/>
            <a:ext cx="41605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468880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67004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191256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511296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511296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7124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23367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553712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553712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75488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27608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1783080"/>
            <a:ext cx="45720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783080"/>
            <a:ext cx="45720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95728"/>
            <a:ext cx="4443984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395728"/>
            <a:ext cx="4389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96128" y="3675887"/>
            <a:ext cx="896112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