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1088136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1828800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Aptos"/>
              </a:rPr>
              <a:t>AKS / Kubernetes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764792"/>
            <a:ext cx="1051560" cy="2743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user traffic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764792"/>
            <a:ext cx="1051560" cy="27432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2029968"/>
            <a:ext cx="10012680" cy="74980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2212848"/>
            <a:ext cx="14173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control plane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2139696"/>
            <a:ext cx="2331720" cy="420624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KAITO
MultiRoleInference 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39696"/>
            <a:ext cx="1874519" cy="420624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InferencePool
(GWIE CRD)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19088" y="2139696"/>
            <a:ext cx="2633472" cy="420624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Gateway API Inference Extension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2139696"/>
            <a:ext cx="1261872" cy="420624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2907792"/>
            <a:ext cx="10012680" cy="123444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89320" y="4297680"/>
            <a:ext cx="3794760" cy="54864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2980944"/>
            <a:ext cx="10058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8192" y="4425696"/>
            <a:ext cx="91440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" y="3310128"/>
            <a:ext cx="1005840" cy="5852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310128"/>
            <a:ext cx="1234440" cy="5852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0208" y="3163824"/>
            <a:ext cx="1874519" cy="877824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7648" y="2999232"/>
            <a:ext cx="1874519" cy="65836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Prefill
InferenceSet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7648" y="3675887"/>
            <a:ext cx="1874519" cy="65836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Decode
InferenceSet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13648" y="3511296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pod
sidecar + local vLLM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84831" y="3602736"/>
            <a:ext cx="292609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11880" y="3602736"/>
            <a:ext cx="33832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824728" y="3602736"/>
            <a:ext cx="502920" cy="402336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02168" y="3931920"/>
            <a:ext cx="411480" cy="73152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983480" y="2944368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selects decode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5824728" y="3328416"/>
            <a:ext cx="502920" cy="16459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010912" y="2761488"/>
            <a:ext cx="9326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optional prefill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02168" y="3328416"/>
            <a:ext cx="411480" cy="420623"/>
          </a:xfrm>
          <a:prstGeom prst="line">
            <a:avLst/>
          </a:prstGeom>
          <a:ln w="3556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046720" y="3218688"/>
            <a:ext cx="86868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7552" y="5047488"/>
            <a:ext cx="4800600" cy="512064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33856" y="5175504"/>
            <a:ext cx="45262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Client traffic and KV-cache movement follow different paths.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89320" y="5047488"/>
            <a:ext cx="5074920" cy="512064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5175504"/>
            <a:ext cx="47548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KAITO owns topology + wiring; GWIE carries the contract; llm-d owns EPP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4736592" cy="4251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2688" y="1993392"/>
            <a:ext cx="438912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apiVersion: kaito.sh/v1alpha1
kind: MultiRoleInference
metadata:
  name: qwen-3-8-27b
spec:
  model:
    name: Qwen/Qwen3.8-27B
  roles:
    - type: prefill
      replicas: 1
      instanceType: Standard_NC24ads_A100_v4
    - type: decode
      replicas: 1
      instanceType: Standard_NC80adis_H100_v5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77840" y="370332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1920240"/>
            <a:ext cx="1828800" cy="54864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1828800" cy="54864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3072384"/>
            <a:ext cx="1828800" cy="54864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2468880"/>
            <a:ext cx="0" cy="60350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21240" y="2468880"/>
            <a:ext cx="0" cy="115214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3952" y="4251960"/>
            <a:ext cx="46634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One logical service with role-specific backends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Role-specific scaling intent for prefill and decode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Users describe what they want, not how to wire the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CRD is the product surface. Users express topology intent; controllers own the plumbing.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907792"/>
            <a:ext cx="2880360" cy="6400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78308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87952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2240280" cy="7498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297180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187952"/>
            <a:ext cx="224028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
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617720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NIXL env wiring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075688" y="2157984"/>
            <a:ext cx="3886200" cy="106984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75688" y="3227832"/>
            <a:ext cx="3886200" cy="1335024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61888" y="2157984"/>
            <a:ext cx="3246120" cy="1069848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61888" y="3227832"/>
            <a:ext cx="3035807" cy="11887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61888" y="3227832"/>
            <a:ext cx="2788920" cy="133502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641848" y="3227832"/>
            <a:ext cx="320040" cy="1764792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does not replace llm-d. It generates, owns, and keeps the llm-d-facing resources consistent.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572768"/>
            <a:ext cx="1005840" cy="256032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2770632"/>
            <a:ext cx="914400" cy="256032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Aptos"/>
              </a:rPr>
              <a:t>prefill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035808"/>
            <a:ext cx="91440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10512"/>
            <a:ext cx="1051560" cy="58521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 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10512"/>
            <a:ext cx="1280160" cy="58521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 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810512"/>
            <a:ext cx="1508760" cy="58521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  InferencePool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1810512"/>
            <a:ext cx="1783080" cy="58521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4  llm-d Router EPP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2" y="1810512"/>
            <a:ext cx="1645920" cy="58521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5  Decode sidecar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21240" y="1810512"/>
            <a:ext cx="1325880" cy="58521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6  Decode vLLM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09928" y="2103120"/>
            <a:ext cx="256032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46120" y="2103120"/>
            <a:ext cx="274320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29200" y="2103120"/>
            <a:ext cx="411480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103120"/>
            <a:ext cx="438912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08592" y="2103120"/>
            <a:ext cx="612648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635240" y="3017520"/>
            <a:ext cx="1664208" cy="58521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85632" y="2395728"/>
            <a:ext cx="0" cy="621792"/>
          </a:xfrm>
          <a:prstGeom prst="line">
            <a:avLst/>
          </a:prstGeom>
          <a:ln w="317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178040" y="2542032"/>
            <a:ext cx="9601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dispatches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299448" y="2395728"/>
            <a:ext cx="621792" cy="914400"/>
          </a:xfrm>
          <a:prstGeom prst="line">
            <a:avLst/>
          </a:prstGeom>
          <a:ln w="317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915400" y="3456432"/>
            <a:ext cx="868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handoff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921240" y="2395728"/>
            <a:ext cx="640080" cy="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0561320" y="1417320"/>
            <a:ext cx="0" cy="97840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606040" y="1417320"/>
            <a:ext cx="7955280" cy="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144768" y="1225296"/>
            <a:ext cx="1234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response stream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858768"/>
            <a:ext cx="7406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1. Gateway / HTTPRoute forwards to the InferencePool for the model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2. llm-d Router EPP decides whether prefill work is needed and selects the role-specific backends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3. The request lands on a decode pod, whose sidecar coordinates prefill on the selected prefill pod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4. KV cache is transferred directly to decode via NIXL, and local decode vLLM continues generation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22208" y="3785615"/>
            <a:ext cx="2770632" cy="1554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• Decode is the coordination point
• Prefill is selected only when it helps
• KV transfer bridges the two phases
• The client still sees one endpoint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GWIE carries the gateway-facing contract, llm-d makes the routing decisions, and the platform coordinates prefill placement, KV movement, and decode execution across multiple pods.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9834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Decode pods are the final response point for user traffic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The routing sidecar receives the EPP decision, coordinates prefill, waits for KV handoff, then forwards to local vLLM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This keeps the external routing contract cleaner: sidecar on 5000, local decode vLLM on 5001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 pods stay simpler and focus only on prompt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0528" y="1645920"/>
            <a:ext cx="4663440" cy="4343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10512"/>
            <a:ext cx="1828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Decode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84848" y="2267712"/>
            <a:ext cx="987552" cy="2743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16A34A"/>
                </a:solidFill>
                <a:latin typeface="Aptos"/>
              </a:rPr>
              <a:t>external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31552" y="2267712"/>
            <a:ext cx="914400" cy="2743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Aptos"/>
              </a:rPr>
              <a:t>KV handoff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59168" y="2697480"/>
            <a:ext cx="3566160" cy="76809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Routing sidecar
port 5000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59168" y="4041648"/>
            <a:ext cx="3566160" cy="76809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Local decode vLLM
port 5001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0" y="3072384"/>
            <a:ext cx="749808" cy="0"/>
          </a:xfrm>
          <a:prstGeom prst="line">
            <a:avLst/>
          </a:prstGeom>
          <a:ln w="355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880360"/>
            <a:ext cx="749808" cy="2926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from EPP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42248" y="3465576"/>
            <a:ext cx="0" cy="576072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979408" y="3621024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proxy to local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78440" y="3063240"/>
            <a:ext cx="393192" cy="1216152"/>
          </a:xfrm>
          <a:prstGeom prst="line">
            <a:avLst/>
          </a:prstGeom>
          <a:ln w="3302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277856" y="3675887"/>
            <a:ext cx="822960" cy="256032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NIXL KV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5102352"/>
            <a:ext cx="3977639" cy="3657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334155"/>
                </a:solidFill>
                <a:latin typeface="Aptos"/>
              </a:rPr>
              <a:t>decode pod = coordination point + final response 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Decode-side sidecar placement turns the decode pod into the coordination point for P/D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55648"/>
            <a:ext cx="2148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Prefill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4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755648"/>
            <a:ext cx="4434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Routing sidecar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194560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Decode is the coordination 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33472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vLLM 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4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633472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Avoid sidecar ↔ local vLLM collision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72384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Sidecar ingress 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N/A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3072384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Gives decode a stable external entry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511296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Role label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prefill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4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decode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511296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EPP filters workers by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50208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side-channel host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4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950208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KV handoff must advertise a reachable address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InferencePool targetPort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4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389120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Gateway/EPP expect consistent routing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736592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Contracts must be controller-enforced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Labels are functional metadata, not decoration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TargetPort is part of the serving contract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Pod IP / env wiring must be automatic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If these contracts are not enforced by the controller, users debug infrastructure wiring as if it were model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783080"/>
            <a:ext cx="4160520" cy="4572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783080"/>
            <a:ext cx="41605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68880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EPP implementation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468880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CRD abstraction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03520" y="267004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endpoint picking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child resource generation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0" y="3191256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14400" y="3511296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scheduling profiles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511296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lifecycle orchestration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3520" y="3712464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P/D-aware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Kubernetes-native UX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03520" y="4233672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4553712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routing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4553712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integration with InferenceSet / autoscaling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0" y="4754880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scheduling surface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topology APIs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03520" y="527608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This is not KAITO vs. llm-d. KAITO builds on llm-d and turns it into a cleaner Kubernetes workflow.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1783080"/>
            <a:ext cx="4572000" cy="4572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User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783080"/>
            <a:ext cx="45720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Platform-managed plumbing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95728"/>
            <a:ext cx="4443984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model choice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prefill/decode role definitions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replica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instance types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autoscaling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policy-level topology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395728"/>
            <a:ext cx="4389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child InferenceSets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InferencePool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llm-d Router EPP resources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sidecar injection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labels / services / targetPorts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env wiring for NIXL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ownership references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request path correctness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per-role wiring consistency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96128" y="3675887"/>
            <a:ext cx="896112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platform value is not fewer YAML files. The platform value is a cleaner operational ownership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