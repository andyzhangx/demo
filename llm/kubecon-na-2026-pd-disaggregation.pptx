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22960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873252"/>
            <a:ext cx="74980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25880"/>
            <a:ext cx="6995160" cy="1051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 Display"/>
              </a:rPr>
              <a:t>Prefill Here, Decode There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" y="2395728"/>
            <a:ext cx="7223760" cy="7863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C9D6FF"/>
                </a:solidFill>
                <a:latin typeface="Aptos"/>
              </a:rPr>
              <a:t>Kubernetes-Native LLM Inference Disaggregation with KAITO and llm-d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49039"/>
            <a:ext cx="512064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A Kubernetes-native story about KAITO, llm-d,
prefill/decode disaggregation, and inference-aware autoscaling.</a:t>
            </a:r>
          </a:p>
        </p:txBody>
      </p:sp>
      <p:pic>
        <p:nvPicPr>
          <p:cNvPr id="9" name="Picture 8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5440680"/>
            <a:ext cx="502920" cy="502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384" y="5230368"/>
            <a:ext cx="1115568" cy="420624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8256" y="5230368"/>
            <a:ext cx="1115568" cy="420624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5230368"/>
            <a:ext cx="1115568" cy="420624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230368"/>
            <a:ext cx="1115568" cy="420624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5925312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300" b="0">
                <a:solidFill>
                  <a:srgbClr val="C9D6FF"/>
                </a:solidFill>
                <a:latin typeface="Aptos"/>
              </a:rPr>
              <a:t>KubeCon + CloudNativeCon North America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960120"/>
            <a:ext cx="288036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261872"/>
            <a:ext cx="2331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Serving topology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1901952"/>
            <a:ext cx="2194560" cy="566928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87968" y="2852928"/>
            <a:ext cx="2194560" cy="566928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3803904"/>
            <a:ext cx="2194560" cy="566928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85248" y="2468880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85248" y="3419856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705088" y="4736592"/>
            <a:ext cx="2578608" cy="6035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independent scaling
+ direct KV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core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Aptos"/>
              </a:rPr>
              <a:t>Why does one LLM request turn into two very different systems problems?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743200"/>
            <a:ext cx="4389120" cy="19202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2471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compute-heavy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TTFT-sensitive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bursts hurt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743200"/>
            <a:ext cx="4389120" cy="19202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97687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/ KV 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throughput-sensitive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generation dominates later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40680" y="3703320"/>
            <a:ext cx="12801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request, two phases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102412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3657600" cy="8229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395728"/>
            <a:ext cx="3657600" cy="8229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92040" y="2807208"/>
            <a:ext cx="2377440" cy="0"/>
          </a:xfrm>
          <a:prstGeom prst="line">
            <a:avLst/>
          </a:prstGeom>
          <a:ln w="508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74519" y="4343400"/>
            <a:ext cx="84124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334155"/>
                </a:solidFill>
                <a:latin typeface="Aptos"/>
              </a:rPr>
              <a:t>One request. Two phases. Two very different bottlenecks.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Prefill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compute-bound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latency-sensitive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prompt-heavy bursts hurt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it feel operational, not academic.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Decode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memory-bandwidth-bound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throughput-oriented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Contrast directly with prefill.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shared GPU pools are a compromise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pool, two conflicting optimization goals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first “pain”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goes wrong in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overprovisioning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unstable TTFT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poor utilization under mixed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the problem concrete for platform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P/D disaggregation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separate prefill and decode pools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independent 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handoff becomes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Introduce both the benefit and the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P/D is still hard on Kubernetes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topology-aware routing and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protocol and data path validation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lifecycle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targetPort / env / label contracts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autoscaling and startup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Emphasize orchestration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Why put KAITO on top of llm-d?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Manual llm-d stack: strong routing primitives, but too much wiring around sidecars, labels, ports, configmaps, and lifecycle ownership</a:t>
            </a:r>
          </a:p>
          <a:p>
            <a:r>
              <a:t>Dynamo: full-stack disaggregated inference, but heavier runtime coupling and less natural fit for Kubernetes operators</a:t>
            </a:r>
          </a:p>
          <a:p>
            <a:r>
              <a:t>KAITO + llm-d: declarative Kubernetes abstraction on top of proven routing primitives</a:t>
            </a:r>
          </a:p>
          <a:p/>
          <a:p>
            <a:r>
              <a:t>llm-d solves routing and scheduling</a:t>
            </a:r>
          </a:p>
          <a:p>
            <a:r>
              <a:t>KAITO solves lifecycle and platform automation</a:t>
            </a:r>
          </a:p>
          <a:p>
            <a:r>
              <a:t>Together they turn distributed inference into an operator workflow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key question is not just who can route requests — it is who owns all the surrounding contracts.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97280"/>
            <a:ext cx="10789920" cy="7863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KAITO is the Kubernetes control-plane layer that takes you from model serving to distributed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3749039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240280"/>
            <a:ext cx="548640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2926080"/>
            <a:ext cx="3337560" cy="2240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Aptos"/>
              </a:rPr>
              <a:t>• Start with Workspace for one model workload
• Add InferenceSet for replicas and autoscaling
• Add InferencePool for inference-aware routing
• Use MultiRoleInference for richer distributed topology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11680"/>
            <a:ext cx="662940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kaito-docs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212848"/>
            <a:ext cx="6263640" cy="3154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8680" y="5806440"/>
            <a:ext cx="10424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Docs architecture view: KAITO packages serving, routing, and operations into one Kubernetes-native platform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KAITO’s object model in one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143000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KAITO grows in layers: serving -&gt; scaling -&gt; routing -&gt; distributed topology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8191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Serving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65960"/>
            <a:ext cx="23317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33272" y="205740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96312"/>
            <a:ext cx="19659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Run a model workload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Serving or tuning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basic workload entrypoint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" y="2130552"/>
            <a:ext cx="2002536" cy="14630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Scaling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286000"/>
            <a:ext cx="233172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237744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16352"/>
            <a:ext cx="1965960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Replica management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Autoscaling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Scale-out for inference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450592"/>
            <a:ext cx="2002536" cy="146304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222199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606040"/>
            <a:ext cx="2331720" cy="2971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269748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136392"/>
            <a:ext cx="19659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Inference-aware routing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backend set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Connects serving to GWIE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2472" y="2770632"/>
            <a:ext cx="2002536" cy="146304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54203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Topology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926080"/>
            <a:ext cx="233172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577072" y="301752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456432"/>
            <a:ext cx="1965960" cy="1993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One logical service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Role-specific backends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 and richer topology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77072" y="3090672"/>
            <a:ext cx="2002536" cy="146304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200400" y="388620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0" y="420624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452628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00200" y="5870448"/>
            <a:ext cx="90525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ptos"/>
              </a:rPr>
              <a:t>The object model stays consistent even as the inference topology becomes more advanced.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starts with serving: `Workspace`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basic workload entrypoint for model serving and tuning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good mental model: one model workload, one Kubernetes object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place where KAITO begins before scaling and routing enter the picture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simple.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scales serving: `InferenceSet` + `InferencePool`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InferenceSet adds replicas and autoscaling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InferencePool adds inference-aware routing through GWIE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together, they move KAITO from “run a model” to “operate a serving system”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where KAITO starts to look like a serving platform, not just a deployment helper.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extends naturally to distributed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MultiRoleInference is the object for richer topologies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service can expand into prefill and decode backends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same Kubernetes object model continues even when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transition slide from “what KAITO is” to “why KAITO matters for P/D.”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KAITO matters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turns topology into declarative APIs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gives users a continuous path from Workspace to InferenceSet to InferencePool to MultiRoleInference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synthesizes lower-level objects automatically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keeps the same platform model even as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the operator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EPP for Gateway API Inference Extension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model-aware and role-aware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KV-cache-aware and P/D-aware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future advanced scheduling surface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that Gateway API Inference Extension gives the abstraction pattern, and the llm-d Router provides the advanced EPP implementation KAITO uses.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Router + GWIE: division of labor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26080" cy="2194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object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28800"/>
            <a:ext cx="2926080" cy="21945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78231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routing pattern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2926080" cy="21945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57707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+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KV/P-D-aware plugins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49039" y="2971800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2971800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8356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1572768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4709160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57400"/>
            <a:ext cx="100584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057400"/>
            <a:ext cx="13258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1874519"/>
            <a:ext cx="1965960" cy="1078992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
+ llm-d 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2240280" cy="987552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Prefill
child InferenceSet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246120"/>
            <a:ext cx="2240280" cy="987552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Decode
child InferenceSet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267712"/>
            <a:ext cx="210312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Routing sidecar
+ local vLLM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65960" y="2414016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74720" y="2414016"/>
            <a:ext cx="22860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80" y="1874519"/>
            <a:ext cx="411480" cy="320041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69280" y="2633472"/>
            <a:ext cx="411480" cy="106984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321040" y="2724912"/>
            <a:ext cx="411480" cy="97840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21040" y="1874519"/>
            <a:ext cx="411480" cy="850393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0" y="4709160"/>
            <a:ext cx="4343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Gateway routes requests; KV data moves directly between prefill and decode workers.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526280"/>
            <a:ext cx="4297680" cy="65836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4663440"/>
            <a:ext cx="40233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Data-plane split: request path and KV-transfer path are different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MultiRoleInference: one CRD for P/D disaggregation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one logical inference service</a:t>
            </a:r>
          </a:p>
          <a:p>
            <a:r>
              <a:t>shared model intent and one service topology</a:t>
            </a:r>
          </a:p>
          <a:p>
            <a:r>
              <a:t>prefill and decode declared as separate roles</a:t>
            </a:r>
          </a:p>
          <a:p>
            <a:r>
              <a:t>role-specific replica counts and runtime behavior</a:t>
            </a:r>
          </a:p>
          <a:p>
            <a:r>
              <a:t>one user-facing object for the whole P/D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CRD is the product surface; the controller should own the rest of the plumbing.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What one MultiRoleInference CR generates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prefill InferenceSet</a:t>
            </a:r>
          </a:p>
          <a:p>
            <a:r>
              <a:t>decode InferenceSet</a:t>
            </a:r>
          </a:p>
          <a:p>
            <a:r>
              <a:t>shared InferencePool</a:t>
            </a:r>
          </a:p>
          <a:p>
            <a:r>
              <a:t>llm-d Router EPP deployment and plugin chain</a:t>
            </a:r>
          </a:p>
          <a:p>
            <a:r>
              <a:t>gateway-facing routing resources</a:t>
            </a:r>
          </a:p>
          <a:p>
            <a:r>
              <a:t>per-role autoscaling hooks via child InferenceSets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KAITO does not replace llm-d; it generates and keeps the llm-d-facing resources consistent.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decode-only sidecar is the stable pattern; prefill stays lightweight</a:t>
            </a:r>
          </a:p>
          <a:p>
            <a:r>
              <a:t>InferencePool.targetPort must align with the routing path across the pool</a:t>
            </a:r>
          </a:p>
          <a:p>
            <a:r>
              <a:t>role labels are functional metadata for worker selection</a:t>
            </a:r>
          </a:p>
          <a:p>
            <a:r>
              <a:t>VLLM_NIXL_SIDE_CHANNEL_HOST must advertise a reachable Pod IP</a:t>
            </a:r>
          </a:p>
          <a:p>
            <a:r>
              <a:t>most production failures here are contract bugs, not model bugs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If the controller does not enforce these contracts, users end up debugging infrastructure wiring as if it were model behavior.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End-to-end request flow, part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1. client sends an OpenAI-compatible request to the gateway</a:t>
            </a:r>
          </a:p>
          <a:p>
            <a:r>
              <a:t>2. gateway / HTTPRoute forwards to the InferencePool</a:t>
            </a:r>
          </a:p>
          <a:p>
            <a:r>
              <a:t>3. llm-d Router EPP picks a decode worker first</a:t>
            </a:r>
          </a:p>
          <a:p>
            <a:r>
              <a:t>4. if disaggregation helps, EPP also selects a prefill worker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Simple control plane, non-trivial runtime path.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End-to-end request flow, part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5. request lands on the decode sidecar, which coordinates the P/D workflow</a:t>
            </a:r>
          </a:p>
          <a:p>
            <a:r>
              <a:t>6. prefill vLLM processes the prompt and produces KV cache state</a:t>
            </a:r>
          </a:p>
          <a:p>
            <a:r>
              <a:t>7. decode vLLM pulls KV cache via NIXL and continues token generation locally</a:t>
            </a:r>
          </a:p>
          <a:p>
            <a:r>
              <a:t>8. the response returns through the same gateway path back to the client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user sees one endpoint; under the hood the platform coordinates scheduling, KV movement, and decode execution across multiple pods.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KV transfer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P/D is only useful if KV movement is fast and reliable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validate the transfer path and side-channel setup early in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operational-truth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CPU-era autoscaling breaks for LLM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88720"/>
            <a:ext cx="10972800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CPU-era autoscaling logic came from web workloads, not GPU-bound inference systems.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Classic web-service HPA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request-per-pod as a rough proxy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good enough for stateless request/response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2761488"/>
            <a:ext cx="2029968" cy="135331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same CPU
very different
user pain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539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72998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 inference autoscaling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waiting requests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token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active KV memory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/ generation mix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can look fine while TTFT is already bad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5504688"/>
            <a:ext cx="809244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The autoscaler needs workload-aware signals, not generic resource proxies.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KEDA fits modern inference workloads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078992"/>
            <a:ext cx="107442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KEDA fits LLM inference because it scales on external workload signals, not just CPU and memory proxies.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7269480" cy="3794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eda-kaito-scaler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48840"/>
            <a:ext cx="6903720" cy="3383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2011680"/>
            <a:ext cx="30175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8531352" y="2103120"/>
            <a:ext cx="26883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42032"/>
            <a:ext cx="26517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Metric-based scaling for inference queues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Time-based scaling for predictable traffic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InferenceSet as the 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Dedicated KAITO scaler removes extra Prometheus dependency for this flow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the KAITO KEDA scaler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1874519" cy="1234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annotations
scaledobject.kaito.sh/*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1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83480" y="2468880"/>
            <a:ext cx="1874519" cy="12344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KEDA KAITO
scaler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799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23760" y="2468880"/>
            <a:ext cx="1874519" cy="12344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ScaledObject
+ HPA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7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6404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replicas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102412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Directly scrapes inference metrics from vLLM pods — no separate Prometheus dependency required for this flow.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Independent autoscaling by role in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846320" cy="36118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 autoscaling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prompt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 signal: vllm:num_requests_waiting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faster scale-up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TTFT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91640"/>
            <a:ext cx="4846320" cy="36118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 autoscaling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sustained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Examples: KV/cache pressure, decode saturation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throughput stability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sustained token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5623560"/>
            <a:ext cx="9418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Once prefill and decode are separate backends, they should scale like separate backends.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this abstraction helps operators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manually coordinated objects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implicit contracts around ports / labels / env /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user-facing MRI object instead of hand-wired child resources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easier to reason about desired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Bring the value back to the platform team audience.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TTFT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colocated vs disaggregated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explain which workloads gain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One chart, one interpretation.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compare throughput under mixed load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narration high signal.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utilization /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show GPU utilization or capacity efficiency under asymmetric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Reinforce the “why separate pools” message.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When to use P/D, and when not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005840"/>
            <a:ext cx="493776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KV transfer cost / fabric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2697480"/>
            <a:ext cx="896112" cy="1600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 / decode difference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expensive / 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cheap / strong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2148840"/>
            <a:ext cx="86868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similar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" y="4434840"/>
            <a:ext cx="960120" cy="8412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meaningfully
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1691640"/>
            <a:ext cx="4617720" cy="178308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Stay aggregated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Small models, short prompts, low concurrency, simple traffic.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461772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51967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Usually stay aggregated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You can try P/D, but the operational gain is often limited.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794760"/>
            <a:ext cx="4617720" cy="17830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35331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Maybe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There may be value, but a weak transfer path will erase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94760"/>
            <a:ext cx="4617720" cy="17830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51967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Strong candidate for P/D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Long prompts, retrieval-heavy traffic, long generations, high concurrency, or different scaling / parallelism needs.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3730752"/>
            <a:ext cx="4745736" cy="1911095"/>
          </a:xfrm>
          <a:prstGeom prst="roundRect">
            <a:avLst/>
          </a:prstGeom>
          <a:noFill/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5779008"/>
            <a:ext cx="23774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recommended starting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Production lessons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startup ordering matters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placement rules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service / targetPort / label contracts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path and side-channel setup must be verified early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Give practical advice, not just architecture.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What’s next for KAITO + llm-d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precise prefix-cache routing based on KV events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tiered prefix cache across HBM, CPU RAM, and optional filesystem tiers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next topology: E/P/D and speculative decoding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larger-scale systems: Wide Expert Parallelism and richer cross-node transport optimization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End with a concrete roadmap, not a vague future-work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