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KEDA can target the InferenceSet scale subresource; this is existing documented capability, while automatic service-level policy projection is not asserted here. Configuration syntax is intentionally outside this presentation.</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38</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38</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38</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38</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38</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38</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38</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38</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38</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38</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38</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38</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38</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38</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38</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38</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38</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38</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38</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38</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38</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38</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38</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38</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38</a:t>
            </a:r>
          </a:p>
        </p:txBody>
      </p:sp>
      <p:sp>
        <p:nvSpPr>
          <p:cNvPr id="10" name="Rectangle 9"/>
          <p:cNvSpPr/>
          <p:nvPr/>
        </p:nvSpPr>
        <p:spPr>
          <a:xfrm>
            <a:off x="502920" y="2057400"/>
            <a:ext cx="4027931" cy="81838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658368"/>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81838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658368"/>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81838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658368"/>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898648"/>
            <a:ext cx="4027931" cy="8183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017520"/>
            <a:ext cx="3831335" cy="658368"/>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898648"/>
            <a:ext cx="3086100" cy="8183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3017520"/>
            <a:ext cx="2889504" cy="65836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 usage / min free fraction</a:t>
            </a:r>
          </a:p>
        </p:txBody>
      </p:sp>
      <p:sp>
        <p:nvSpPr>
          <p:cNvPr id="20" name="Rectangle 19"/>
          <p:cNvSpPr/>
          <p:nvPr/>
        </p:nvSpPr>
        <p:spPr>
          <a:xfrm>
            <a:off x="7662671" y="2898648"/>
            <a:ext cx="4000500" cy="8183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3017520"/>
            <a:ext cx="3803904" cy="65836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Guard scale-down;</a:t>
            </a:r>
          </a:p>
          <a:p>
            <a:pPr>
              <a:spcBef>
                <a:spcPts val="0"/>
              </a:spcBef>
              <a:spcAft>
                <a:spcPts val="500"/>
              </a:spcAft>
              <a:defRPr sz="1500" b="0">
                <a:solidFill>
                  <a:srgbClr val="172941"/>
                </a:solidFill>
                <a:latin typeface="Arial"/>
              </a:defRPr>
            </a:pPr>
            <a:r>
              <a:t>not demand for scale-up</a:t>
            </a:r>
          </a:p>
        </p:txBody>
      </p:sp>
      <p:sp>
        <p:nvSpPr>
          <p:cNvPr id="22" name="Rectangle 21"/>
          <p:cNvSpPr/>
          <p:nvPr/>
        </p:nvSpPr>
        <p:spPr>
          <a:xfrm>
            <a:off x="502920" y="3739896"/>
            <a:ext cx="4027931" cy="81838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858768"/>
            <a:ext cx="3831335" cy="658368"/>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24" name="Rectangle 23"/>
          <p:cNvSpPr/>
          <p:nvPr/>
        </p:nvSpPr>
        <p:spPr>
          <a:xfrm>
            <a:off x="4553712" y="3739896"/>
            <a:ext cx="3086100" cy="81838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858768"/>
            <a:ext cx="2889504" cy="65836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26" name="Rectangle 25"/>
          <p:cNvSpPr/>
          <p:nvPr/>
        </p:nvSpPr>
        <p:spPr>
          <a:xfrm>
            <a:off x="7662671" y="3739896"/>
            <a:ext cx="4000500" cy="81838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858768"/>
            <a:ext cx="3803904" cy="65836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28" name="Rectangle 27"/>
          <p:cNvSpPr/>
          <p:nvPr/>
        </p:nvSpPr>
        <p:spPr>
          <a:xfrm>
            <a:off x="502920" y="4581144"/>
            <a:ext cx="4027931" cy="8183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700016"/>
            <a:ext cx="3831335" cy="658368"/>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0" name="Rectangle 29"/>
          <p:cNvSpPr/>
          <p:nvPr/>
        </p:nvSpPr>
        <p:spPr>
          <a:xfrm>
            <a:off x="4553712" y="4581144"/>
            <a:ext cx="3086100" cy="8183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700016"/>
            <a:ext cx="2889504" cy="65836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2" name="Rectangle 31"/>
          <p:cNvSpPr/>
          <p:nvPr/>
        </p:nvSpPr>
        <p:spPr>
          <a:xfrm>
            <a:off x="7662671" y="4581144"/>
            <a:ext cx="4000500" cy="8183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700016"/>
            <a:ext cx="3803904" cy="65836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measured results are supplied in the source material.</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38</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No performance numbers are available in the source.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38</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38</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38</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38</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38</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38</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38</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38</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38</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38</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38</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38 / 38</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