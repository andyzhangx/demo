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phase-1 MRI integration uses vllm:num_requests_waiting for prefill and vllm:num_requests_running for decode. Both are native vLLM gauges, but their presence and role-scoped aggregation must be verified on the deployed runtime. KV utilization and latency are observational initially; derived signals belong to phase 2. This is not a claim that MRI role autoscaling is implemented today.</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model for the proposed MRI integration. One ScaledObject per target InferenceSet is the KEDA boundary. Phase 1 uses the native vLLM waiting and running request gauges. Do not install conflicting HPAs for one target. Metric aggregation, freshness, model warm-up and safe scale-down require verification. The following five implementation slides expand the annotation-first design.</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dedicated autoscaling design recommends versioned role-aware annotations for the initial implementation, with typed roles[].autoscaling as an alternative. An MRI adapter projects policies onto child metadata; the optional scaler integration reconciles ScaledObjects. The required MRI-child opt-in and lifecycle safeguards are not implemented merely by adding annotations. The following slides show proposed configuration and staged metric choices.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proposal, not a currently deployable MRI API. Policy is authored on MRI and projected to top-level child InferenceSet metadata, not spec.template.annotations. The existing scaler auto-provision predicates explicitly exclude MRI-owned InferenceSets; an intentional opt-in adapter path must be implemented. The scaler integration, not necessarily the core MRI controller, reconciles one ScaledObject per managed role. KEDA/HPA writes the child InferenceSet scale subresource; MRI leaves replicas alone when nil. Arrows show policy/metric flow, not Kubernetes owner references or literal metrics pushes. Lifecycle: MRI owns InferenceSet, InferenceSet owns ScaledObject, ScaledObject owns HPA. The metric scraper must scope endpoints to the actual role and avoid worker-series double counting.</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in the proposed implementation uses only vllm:num_requests_waiting for prefill and vllm:num_requests_running for decode. These gauges are registered by vLLM, but presence/type/units must be checked on the actual runtime image. They measure engine-local state, not requests still waiting in the router/EPP. Thresholds and bounds are copied from the design example, not deployment recommendations. The current scaler single-metric formula requests one replica per permitted step; bounds, model readiness, stabilization, cooldown and HPA behavior still apply. Values equal to either threshold hold under the stated strict above/below comparisons. KV utilization and latency histograms remain observational in phase 1. Missing/stale/non-finite data must not be treated as zero; the proposed missing-data guard requires implementation and testing.</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two excerpts under the proposed annotation value roles map, not a complete deployable manifest. Full YAML and required version envelope are in the linked design. The MRI annotation autoscaling.kaito.sh/roles is not implemented today. Its adapter serializes each metrics list to scaledobject.kaito.sh/metrics on the matching child InferenceSet.metadata.annotations, maps min/max and supported scalar settings, and sets auto-provision true. Existing propagation to child template annotations is not sufficient, and the existing MRI-child exclusion must be deliberately adapted. Reject a role policy together with non-nil replicas. Preserve externally managed mode when both replicas and role policy are absent. Do not ask users to patch generated child resources. The AND key is shown for the single-metric v1 policy; adding a KV metric later does not automatically implement the desired asymmetric safety guard. Annotation-only updates require reconciliation even without a generation change. Typed roles[].autoscaling is a future alternative, not a second active source of truth.</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modes: non-nil replicas with no policy means fixed; nil replicas with managed role policy means KAITO-managed autoscaling; both absent means externally managed replicas with no guarantee that an autoscaler exists. Both present is invalid. Autoscaling to fixed requires stopping/removing the owned ScaledObject/HPA and confirming it released control before MRI enforces a fixed value. Do not silently adopt or delete user-created scalers. Missing, stale, unreachable or non-finite metric samples prevent activation; for an active managed policy, the proposed contract holds scaling decisions and surfaces a condition/event. This requires verifying/hardening the complete scaler/HPA error and fallback path; it is not asserted to work today. Partial scrape coverage must not look like zero load. Readiness includes model load and actual serving eligibility; safe scale-down requires appropriate handling of in-flight work.</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is a future plan, not existing metrics or a current MRI release capability.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uses native vllm:num_requests_waiting and vllm:num_requests_running for the respective role. KV utilization is observational until an explicit tested safety guard is implemented. Validate runtime metric availability, role scope, units and freshness. Derived metrics are a later-stage design, not current vLLM output names.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43</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43</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43</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43</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43</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43</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43</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43</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43</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43</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43</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43</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43</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43</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43</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43</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43</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43</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43</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43</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43</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phase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43</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Phase 1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Phase 1 signal: vLLM running requests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43</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43</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PROPOSED API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Recommended UX: one MRI, per-role scaling intent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This is a platform recommendation, not an implemented YAML schema.</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Users should express the intent; controllers should generate the scaling plumbing.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43</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RECOMMENDATION / NOT A CURRENT API</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MRI role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waiting-request policy</a:t>
            </a:r>
          </a:p>
          <a:p>
            <a:pPr algn="ctr">
              <a:spcBef>
                <a:spcPts val="0"/>
              </a:spcBef>
              <a:spcAft>
                <a:spcPts val="500"/>
              </a:spcAft>
              <a:defRPr sz="1400" b="0">
                <a:solidFill>
                  <a:srgbClr val="586A80"/>
                </a:solidFill>
                <a:latin typeface="Arial"/>
              </a:defRPr>
            </a:pPr>
            <a:r>
              <a:t>Decode: running-request policy</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 controller</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Project policy onto child roles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AUTOSCALING IMPLEMENTATION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policy entry per role. One actuator per target.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Proposed MRI integration: reuse the scaler instead of rebuilding KEDA inside KAITO.</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each role InferenceSet; do not scale the entire MRI or individual tensor-parallel pods.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43</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MRI role annotations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user-facing resource</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MRI adapter</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Project to child metadata</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Scaler integration</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role ScaledObjects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ScaledObject</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KEDA + one HPA for this target</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InferenceSet</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 desired role replicas</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ScaledObject</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KEDA + one HPA for this target</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InferenceSet</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 desired role replicas</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Phase 1: 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43</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PROPOSED CONFIGURATION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Annotation-first: one MRI, two role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PROPOSED API — not supported merely by adding these annotations to an existing MRI.</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Set role replicas: null for managed autoscaling. Typed roles[].autoscaling remains an alternative.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43</a:t>
            </a:r>
          </a:p>
        </p:txBody>
      </p:sp>
      <p:sp>
        <p:nvSpPr>
          <p:cNvPr id="10" name="TextBox 9"/>
          <p:cNvSpPr txBox="1"/>
          <p:nvPr/>
        </p:nvSpPr>
        <p:spPr>
          <a:xfrm>
            <a:off x="530352" y="1975104"/>
            <a:ext cx="11064240" cy="356616"/>
          </a:xfrm>
          <a:prstGeom prst="rect">
            <a:avLst/>
          </a:prstGeom>
          <a:noFill/>
        </p:spPr>
        <p:txBody>
          <a:bodyPr wrap="square" lIns="13716" rIns="13716" tIns="13716" bIns="13716">
            <a:spAutoFit/>
          </a:bodyPr>
          <a:lstStyle/>
          <a:p>
            <a:pPr>
              <a:spcBef>
                <a:spcPts val="0"/>
              </a:spcBef>
              <a:spcAft>
                <a:spcPts val="500"/>
              </a:spcAft>
              <a:defRPr sz="1900" b="1">
                <a:solidFill>
                  <a:srgbClr val="2563EB"/>
                </a:solidFill>
                <a:latin typeface="Courier New"/>
              </a:defRPr>
            </a:pPr>
            <a:r>
              <a:t>metadata.annotations["autoscaling.kaito.sh/roles"]</a:t>
            </a:r>
          </a:p>
        </p:txBody>
      </p:sp>
      <p:sp>
        <p:nvSpPr>
          <p:cNvPr id="11" name="TextBox 10"/>
          <p:cNvSpPr txBox="1"/>
          <p:nvPr/>
        </p:nvSpPr>
        <p:spPr>
          <a:xfrm>
            <a:off x="530352" y="2441448"/>
            <a:ext cx="11064240" cy="27432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Annotation value: version: v1alpha1 + roles map. Role-policy excerpts:</a:t>
            </a:r>
          </a:p>
        </p:txBody>
      </p:sp>
      <p:sp>
        <p:nvSpPr>
          <p:cNvPr id="12" name="Rounded Rectangle 11"/>
          <p:cNvSpPr/>
          <p:nvPr/>
        </p:nvSpPr>
        <p:spPr>
          <a:xfrm>
            <a:off x="502920" y="2926080"/>
            <a:ext cx="5440680" cy="26700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090672"/>
            <a:ext cx="5074920" cy="2359152"/>
          </a:xfrm>
          <a:prstGeom prst="rect">
            <a:avLst/>
          </a:prstGeom>
          <a:noFill/>
        </p:spPr>
        <p:txBody>
          <a:bodyPr wrap="square" lIns="13716" rIns="13716" tIns="13716" bIns="13716">
            <a:spAutoFit/>
          </a:bodyPr>
          <a:lstStyle/>
          <a:p>
            <a:pPr>
              <a:lnSpc>
                <a:spcPct val="100000"/>
              </a:lnSpc>
              <a:spcBef>
                <a:spcPts val="0"/>
              </a:spcBef>
              <a:spcAft>
                <a:spcPts val="100"/>
              </a:spcAft>
              <a:defRPr sz="1500" b="0">
                <a:solidFill>
                  <a:srgbClr val="087F8C"/>
                </a:solidFill>
                <a:latin typeface="Courier New"/>
              </a:defRPr>
            </a:pPr>
            <a:r>
              <a:t>prefill:</a:t>
            </a:r>
          </a:p>
          <a:p>
            <a:pPr>
              <a:lnSpc>
                <a:spcPct val="100000"/>
              </a:lnSpc>
              <a:spcBef>
                <a:spcPts val="0"/>
              </a:spcBef>
              <a:spcAft>
                <a:spcPts val="100"/>
              </a:spcAft>
              <a:defRPr sz="1500" b="0">
                <a:solidFill>
                  <a:srgbClr val="087F8C"/>
                </a:solidFill>
                <a:latin typeface="Courier New"/>
              </a:defRPr>
            </a:pPr>
            <a:r>
              <a:t>  min-replicas: "1"</a:t>
            </a:r>
          </a:p>
          <a:p>
            <a:pPr>
              <a:lnSpc>
                <a:spcPct val="100000"/>
              </a:lnSpc>
              <a:spcBef>
                <a:spcPts val="0"/>
              </a:spcBef>
              <a:spcAft>
                <a:spcPts val="100"/>
              </a:spcAft>
              <a:defRPr sz="1500" b="0">
                <a:solidFill>
                  <a:srgbClr val="087F8C"/>
                </a:solidFill>
                <a:latin typeface="Courier New"/>
              </a:defRPr>
            </a:pPr>
            <a:r>
              <a:t>  max-replicas: "8"</a:t>
            </a:r>
          </a:p>
          <a:p>
            <a:pPr>
              <a:lnSpc>
                <a:spcPct val="100000"/>
              </a:lnSpc>
              <a:spcBef>
                <a:spcPts val="0"/>
              </a:spcBef>
              <a:spcAft>
                <a:spcPts val="100"/>
              </a:spcAft>
              <a:defRPr sz="1500" b="0">
                <a:solidFill>
                  <a:srgbClr val="087F8C"/>
                </a:solidFill>
                <a:latin typeface="Courier New"/>
              </a:defRPr>
            </a:pPr>
            <a:r>
              <a:t>  combinepolicy: AND</a:t>
            </a:r>
          </a:p>
          <a:p>
            <a:pPr>
              <a:lnSpc>
                <a:spcPct val="100000"/>
              </a:lnSpc>
              <a:spcBef>
                <a:spcPts val="0"/>
              </a:spcBef>
              <a:spcAft>
                <a:spcPts val="100"/>
              </a:spcAft>
              <a:defRPr sz="1500" b="0">
                <a:solidFill>
                  <a:srgbClr val="087F8C"/>
                </a:solidFill>
                <a:latin typeface="Courier New"/>
              </a:defRPr>
            </a:pPr>
            <a:r>
              <a:t>  metrics:</a:t>
            </a:r>
          </a:p>
          <a:p>
            <a:pPr>
              <a:lnSpc>
                <a:spcPct val="100000"/>
              </a:lnSpc>
              <a:spcBef>
                <a:spcPts val="0"/>
              </a:spcBef>
              <a:spcAft>
                <a:spcPts val="100"/>
              </a:spcAft>
              <a:defRPr sz="1500" b="0">
                <a:solidFill>
                  <a:srgbClr val="087F8C"/>
                </a:solidFill>
                <a:latin typeface="Courier New"/>
              </a:defRPr>
            </a:pPr>
            <a:r>
              <a:t>  - name: vllm:num_requests_waiting</a:t>
            </a:r>
          </a:p>
          <a:p>
            <a:pPr>
              <a:lnSpc>
                <a:spcPct val="100000"/>
              </a:lnSpc>
              <a:spcBef>
                <a:spcPts val="0"/>
              </a:spcBef>
              <a:spcAft>
                <a:spcPts val="100"/>
              </a:spcAft>
              <a:defRPr sz="1500" b="0">
                <a:solidFill>
                  <a:srgbClr val="087F8C"/>
                </a:solidFill>
                <a:latin typeface="Courier New"/>
              </a:defRPr>
            </a:pPr>
            <a:r>
              <a:t>    type: gauge</a:t>
            </a:r>
          </a:p>
          <a:p>
            <a:pPr>
              <a:lnSpc>
                <a:spcPct val="100000"/>
              </a:lnSpc>
              <a:spcBef>
                <a:spcPts val="0"/>
              </a:spcBef>
              <a:spcAft>
                <a:spcPts val="100"/>
              </a:spcAft>
              <a:defRPr sz="1500" b="0">
                <a:solidFill>
                  <a:srgbClr val="087F8C"/>
                </a:solidFill>
                <a:latin typeface="Courier New"/>
              </a:defRPr>
            </a:pPr>
            <a:r>
              <a:t>    upthreshold: 8</a:t>
            </a:r>
          </a:p>
          <a:p>
            <a:pPr>
              <a:lnSpc>
                <a:spcPct val="100000"/>
              </a:lnSpc>
              <a:spcBef>
                <a:spcPts val="0"/>
              </a:spcBef>
              <a:spcAft>
                <a:spcPts val="100"/>
              </a:spcAft>
              <a:defRPr sz="1500" b="0">
                <a:solidFill>
                  <a:srgbClr val="087F8C"/>
                </a:solidFill>
                <a:latin typeface="Courier New"/>
              </a:defRPr>
            </a:pPr>
            <a:r>
              <a:t>    downthreshold: 1</a:t>
            </a:r>
          </a:p>
        </p:txBody>
      </p:sp>
      <p:sp>
        <p:nvSpPr>
          <p:cNvPr id="14" name="Rounded Rectangle 13"/>
          <p:cNvSpPr/>
          <p:nvPr/>
        </p:nvSpPr>
        <p:spPr>
          <a:xfrm>
            <a:off x="6199632" y="2926080"/>
            <a:ext cx="5440680" cy="26700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3090672"/>
            <a:ext cx="5074920" cy="2359152"/>
          </a:xfrm>
          <a:prstGeom prst="rect">
            <a:avLst/>
          </a:prstGeom>
          <a:noFill/>
        </p:spPr>
        <p:txBody>
          <a:bodyPr wrap="square" lIns="13716" rIns="13716" tIns="13716" bIns="13716">
            <a:spAutoFit/>
          </a:bodyPr>
          <a:lstStyle/>
          <a:p>
            <a:pPr>
              <a:lnSpc>
                <a:spcPct val="100000"/>
              </a:lnSpc>
              <a:spcBef>
                <a:spcPts val="0"/>
              </a:spcBef>
              <a:spcAft>
                <a:spcPts val="100"/>
              </a:spcAft>
              <a:defRPr sz="1500" b="0">
                <a:solidFill>
                  <a:srgbClr val="7354B8"/>
                </a:solidFill>
                <a:latin typeface="Courier New"/>
              </a:defRPr>
            </a:pPr>
            <a:r>
              <a:t>decode:</a:t>
            </a:r>
          </a:p>
          <a:p>
            <a:pPr>
              <a:lnSpc>
                <a:spcPct val="100000"/>
              </a:lnSpc>
              <a:spcBef>
                <a:spcPts val="0"/>
              </a:spcBef>
              <a:spcAft>
                <a:spcPts val="100"/>
              </a:spcAft>
              <a:defRPr sz="1500" b="0">
                <a:solidFill>
                  <a:srgbClr val="7354B8"/>
                </a:solidFill>
                <a:latin typeface="Courier New"/>
              </a:defRPr>
            </a:pPr>
            <a:r>
              <a:t>  min-replicas: "2"</a:t>
            </a:r>
          </a:p>
          <a:p>
            <a:pPr>
              <a:lnSpc>
                <a:spcPct val="100000"/>
              </a:lnSpc>
              <a:spcBef>
                <a:spcPts val="0"/>
              </a:spcBef>
              <a:spcAft>
                <a:spcPts val="100"/>
              </a:spcAft>
              <a:defRPr sz="1500" b="0">
                <a:solidFill>
                  <a:srgbClr val="7354B8"/>
                </a:solidFill>
                <a:latin typeface="Courier New"/>
              </a:defRPr>
            </a:pPr>
            <a:r>
              <a:t>  max-replicas: "16"</a:t>
            </a:r>
          </a:p>
          <a:p>
            <a:pPr>
              <a:lnSpc>
                <a:spcPct val="100000"/>
              </a:lnSpc>
              <a:spcBef>
                <a:spcPts val="0"/>
              </a:spcBef>
              <a:spcAft>
                <a:spcPts val="100"/>
              </a:spcAft>
              <a:defRPr sz="1500" b="0">
                <a:solidFill>
                  <a:srgbClr val="7354B8"/>
                </a:solidFill>
                <a:latin typeface="Courier New"/>
              </a:defRPr>
            </a:pPr>
            <a:r>
              <a:t>  combinepolicy: AND</a:t>
            </a:r>
          </a:p>
          <a:p>
            <a:pPr>
              <a:lnSpc>
                <a:spcPct val="100000"/>
              </a:lnSpc>
              <a:spcBef>
                <a:spcPts val="0"/>
              </a:spcBef>
              <a:spcAft>
                <a:spcPts val="100"/>
              </a:spcAft>
              <a:defRPr sz="1500" b="0">
                <a:solidFill>
                  <a:srgbClr val="7354B8"/>
                </a:solidFill>
                <a:latin typeface="Courier New"/>
              </a:defRPr>
            </a:pPr>
            <a:r>
              <a:t>  metrics:</a:t>
            </a:r>
          </a:p>
          <a:p>
            <a:pPr>
              <a:lnSpc>
                <a:spcPct val="100000"/>
              </a:lnSpc>
              <a:spcBef>
                <a:spcPts val="0"/>
              </a:spcBef>
              <a:spcAft>
                <a:spcPts val="100"/>
              </a:spcAft>
              <a:defRPr sz="1500" b="0">
                <a:solidFill>
                  <a:srgbClr val="7354B8"/>
                </a:solidFill>
                <a:latin typeface="Courier New"/>
              </a:defRPr>
            </a:pPr>
            <a:r>
              <a:t>  - name: vllm:num_requests_running</a:t>
            </a:r>
          </a:p>
          <a:p>
            <a:pPr>
              <a:lnSpc>
                <a:spcPct val="100000"/>
              </a:lnSpc>
              <a:spcBef>
                <a:spcPts val="0"/>
              </a:spcBef>
              <a:spcAft>
                <a:spcPts val="100"/>
              </a:spcAft>
              <a:defRPr sz="1500" b="0">
                <a:solidFill>
                  <a:srgbClr val="7354B8"/>
                </a:solidFill>
                <a:latin typeface="Courier New"/>
              </a:defRPr>
            </a:pPr>
            <a:r>
              <a:t>    type: gauge</a:t>
            </a:r>
          </a:p>
          <a:p>
            <a:pPr>
              <a:lnSpc>
                <a:spcPct val="100000"/>
              </a:lnSpc>
              <a:spcBef>
                <a:spcPts val="0"/>
              </a:spcBef>
              <a:spcAft>
                <a:spcPts val="100"/>
              </a:spcAft>
              <a:defRPr sz="1500" b="0">
                <a:solidFill>
                  <a:srgbClr val="7354B8"/>
                </a:solidFill>
                <a:latin typeface="Courier New"/>
              </a:defRPr>
            </a:pPr>
            <a:r>
              <a:t>    upthreshold: 24</a:t>
            </a:r>
          </a:p>
          <a:p>
            <a:pPr>
              <a:lnSpc>
                <a:spcPct val="100000"/>
              </a:lnSpc>
              <a:spcBef>
                <a:spcPts val="0"/>
              </a:spcBef>
              <a:spcAft>
                <a:spcPts val="100"/>
              </a:spcAft>
              <a:defRPr sz="1500" b="0">
                <a:solidFill>
                  <a:srgbClr val="7354B8"/>
                </a:solidFill>
                <a:latin typeface="Courier New"/>
              </a:defRPr>
            </a:pPr>
            <a:r>
              <a:t>    downthreshold: 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REQUIRED IMPLEMENTATION GATES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These are required safeguards—not behavior gained merely by adding an annotation.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43</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Fixed: replicas set</a:t>
            </a:r>
          </a:p>
          <a:p>
            <a:pPr>
              <a:spcBef>
                <a:spcPts val="0"/>
              </a:spcBef>
              <a:spcAft>
                <a:spcPts val="500"/>
              </a:spcAft>
              <a:defRPr sz="1700" b="0">
                <a:solidFill>
                  <a:srgbClr val="172941"/>
                </a:solidFill>
                <a:latin typeface="Arial"/>
              </a:defRPr>
            </a:pPr>
            <a:r>
              <a:t>Managed: policy + nil replicas</a:t>
            </a:r>
          </a:p>
          <a:p>
            <a:pPr>
              <a:spcBef>
                <a:spcPts val="0"/>
              </a:spcBef>
              <a:spcAft>
                <a:spcPts val="500"/>
              </a:spcAft>
              <a:defRPr sz="1700" b="0">
                <a:solidFill>
                  <a:srgbClr val="172941"/>
                </a:solidFill>
                <a:latin typeface="Arial"/>
              </a:defRPr>
            </a:pPr>
            <a:r>
              <a:t>External: both absent</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Reject replicas + managed policy; one authoritative HPA/ScaledObject path per target.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LATER-STAGE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Phase 2: derive from vLLM, then validate the policy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Native sources below; derived recording rules and their collection adapter are future work.</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KV downscale guard is not the current AND policy. Do not turn throughput alone into demand.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43</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 AFTER VALIDATION</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measured results are supplied in the source material.</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43</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No performance numbers are available in the source.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43</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43</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43</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43</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43</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43</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43</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43</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43</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43</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43</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43 / 43</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