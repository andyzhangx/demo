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role-aware metric recommendations, not a claim that one universal trigger is already built into MRI. Queue length is an existing documented InferenceSet example. Decode signals require the chosen runtime metric and Prometheus query to be validated.</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model. One ScaledObject per target InferenceSet is the natural KEDA boundary. Do not install multiple conflicting HPAs for the same scale target. Metric choice, query aggregation, cache headroom, model warm-up, and draining semantics must be validated for the deployment.</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Markdown recommends a clean MRI API for per-role scaling. It explicitly distinguishes that direction from the current KEDA InferenceSet integration. Do not copy this diagram into a manifest as if it defined supported fields.</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examples are recommendations. Validate exporter names, units, and label scoping. Choose thresholds and stabilization behavior from the workload. The source documentation provides a queue-based InferenceSet example; decode trigger selection remains deployment-specific.</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38</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38</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38</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38</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38</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38</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38</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38</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38</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38</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38</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38</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38</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38</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38</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38</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38</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38</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38</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38</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38</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phase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38</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Signal: waiting requests / prompt pressure</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Signal: active KV pressure / decode 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38</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38</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KV / decode load</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PROPOSED API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Recommended UX: one MRI, per-role scaling intent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This is a platform recommendation, not an implemented YAML schema.</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Users should express the intent; controllers should generate the scaling plumbing.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38</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RECOMMENDATION / NOT A CURRENT API</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MRI role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prompt-pressure policy</a:t>
            </a:r>
          </a:p>
          <a:p>
            <a:pPr algn="ctr">
              <a:spcBef>
                <a:spcPts val="0"/>
              </a:spcBef>
              <a:spcAft>
                <a:spcPts val="500"/>
              </a:spcAft>
              <a:defRPr sz="1400" b="0">
                <a:solidFill>
                  <a:srgbClr val="586A80"/>
                </a:solidFill>
                <a:latin typeface="Arial"/>
              </a:defRPr>
            </a:pPr>
            <a:r>
              <a:t>Decode: sustained-load policy</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 controller</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Project policy onto child roles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measured results are supplied in the source material.</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38</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No performance numbers are available in the source.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38</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38</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38</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38</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38</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38</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KV pressure / steady load</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38</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38</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38</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38</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38</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38 / 38</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