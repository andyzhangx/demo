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0"/>
            <a:ext cx="12191695" cy="73152"/>
          </a:xfrm>
          <a:prstGeom prst="round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国际油价走势分析报告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5D26"/>
                </a:solidFill>
                <a:latin typeface="Microsoft YaHei"/>
              </a:defRPr>
            </a:pPr>
            <a:r>
              <a:t>中东冲突升级下的全球原油市场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报告日期: 2026年3月19日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数据来源: OilPrice.com / Reuters / ING Research / JPMorgan / Kpler / CNBC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当前油价概况 (2026年3月19日)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WTI 原油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$96.72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+0.42%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布伦特原油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$111.50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+3.83%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穆尔班原油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$128.80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+10.34%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OPEC 一篮子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$135.10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+1.65%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56616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阿曼原油(现货)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$153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66160"/>
            <a:ext cx="3291840" cy="173736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迪拜原油(现货)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206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$136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icrosoft YaHei"/>
              </a:defRPr>
            </a:pPr>
            <a:r>
              <a:t>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3D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607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C40F"/>
                </a:solidFill>
                <a:latin typeface="Microsoft YaHei"/>
              </a:defRPr>
            </a:pPr>
            <a:r>
              <a:t>!! 布伦特-WTI价差扩大至约$18/桶, 创11年新高 -&gt; 全球海运原油与美国本土市场结构性脱节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核心驱动因素: 中东冲突全面升级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霍尔木兹海峡实质性关闭 -- 除伊朗船只外无法通行, 全球约20%原油运输受阻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以色列打击伊朗南帕尔斯(South Pars)气田 -- 伊朗最大天然气田遭袭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伊朗报复攻击卡塔尔Ras Laffan -- 全球最大LNG设施遭"严重损毁"并停产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沙特延布Samref炼油厂遭空袭 -- 沙特阿美与埃克森美孚合资, 日产能40万桶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阿联酋Shah气田遭伊朗无人机攻击后停产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伊朗革命卫队警告海湾油气设施人员撤离, 暗示更多攻击将至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沙特出口路线面临严峻威胁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沙特正将原油出口转移至红海港口延布(Yanbu), 3月出口预计达380万桶/日(创纪录)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延布是目前沙特轻质原油(Arab Light)唯一可用的出口通道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伊朗对延布Samref炼油厂的攻击凸显替代路线的脆弱性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曼德海峡(Bab el-Mandeb)由胡塞武装控制, 目前虽未介入冲突但威胁持续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  <a:latin typeface="Microsoft YaHei"/>
              </a:defRPr>
            </a:pPr>
            <a:r>
              <a:t>&gt; 沙特Ras Tanura炼油厂(波斯湾侧最大炼厂)在早期无人机袭击后关闭, 近期才重启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3D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394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C40F"/>
                </a:solidFill>
                <a:latin typeface="Microsoft YaHei"/>
              </a:defRPr>
            </a:pPr>
            <a:r>
              <a:t>核心风险: 若延布港或曼德海峡受阻, 沙特原油将无任何出口通道 -&gt; 全球供给将出现灾难性短缺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5D26"/>
                </a:solidFill>
                <a:latin typeface="Microsoft YaHei"/>
              </a:defRPr>
            </a:pPr>
            <a:r>
              <a:t>"一个世界, 两种油价" -- 市场结构性分裂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布伦特 &amp; 中东现货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布伦特 $111-114/桶, 盘中涨幅达7%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阿曼现货 $153/桶 / 迪拜 $136/桶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直接暴露于霍尔木兹海峡中断风险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反映全球海运原油的真实紧缺程度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JPMorgan: 中东现货价更准确反映实物市场错配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WTI 美国市场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WTI 仅涨至 $96.72, 涨幅 +0.42%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美国页岩油产量保持稳定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国内原油库存出现意外增加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市场预期SPR释放或出口管控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WTI 锚定于国内供需基本面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C40F"/>
                </a:solidFill>
                <a:latin typeface="Microsoft YaHei"/>
              </a:defRPr>
            </a:pPr>
            <a:r>
              <a:t>价差约$18/桶 -&gt; 交易员将布伦特-WTI价差视为冲突对全球供应冲击的实时指标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全球经济影响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C40F"/>
                </a:solidFill>
                <a:latin typeface="Microsoft YaHei"/>
              </a:defRPr>
            </a:pPr>
            <a:r>
              <a:t>印度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原油进口价跃升至$146/桶 (较2月暴涨112%)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三大国营炼油商暂停燃油信贷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每涨$10/桶 -&gt; 年进口成本增加$140-160亿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C40F"/>
                </a:solidFill>
                <a:latin typeface="Microsoft YaHei"/>
              </a:defRPr>
            </a:pPr>
            <a:r>
              <a:t>欧洲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天然气价格因卡塔尔LNG设施遭袭暴涨35%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德国推动燃料价格上限政策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能源安全再次成为核心议题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C40F"/>
                </a:solidFill>
                <a:latin typeface="Microsoft YaHei"/>
              </a:defRPr>
            </a:pPr>
            <a:r>
              <a:t>全球连锁反应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亚洲买家加速转向美国原油, 中东供应严重受阻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美国通胀预期因油价飙升而显著上升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全球航运与物流成本急剧攀升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Kpler: 这是一场不仅仅是石油的供给冲击 -- 天然气/LNG/成品油全面受波及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市场前景与风险评估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36576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74C3C"/>
                </a:solidFill>
                <a:latin typeface="Microsoft YaHei"/>
              </a:defRPr>
            </a:pPr>
            <a:r>
              <a:t>上行风险 (油价进一步走高)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Kpler: 战争持续至月底 -&gt; 可能冲击$150/桶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部分分析师讨论$200/桶极端情景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中东现货已远超期货基准 (阿曼$153)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霍尔木兹海峡持续关闭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伊朗攻击范围可能扩大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36576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CC71"/>
                </a:solidFill>
                <a:latin typeface="Microsoft YaHei"/>
              </a:defRPr>
            </a:pPr>
            <a:r>
              <a:t>下行因素 (可能抑制涨幅)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美国可能释放战略石油储备(SPR)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美国页岩油增产潜力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全球经济放缓 -&gt; 需求减弱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停火谈判的可能性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OPEC+仍有部分闲置产能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3D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C40F"/>
                </a:solidFill>
                <a:latin typeface="Microsoft YaHei"/>
              </a:defRPr>
            </a:pPr>
            <a:r>
              <a:t>ING策略师: 对能源基础设施的攻击已盖过美国政府遏制油价的努力, 油价还有进一步上行空间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D26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短期 (1-2周)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布伦特可能冲击</a:t>
            </a:r>
            <a:br/>
            <a:r>
              <a:t>$120-$150/桶</a:t>
            </a:r>
            <a:br/>
            <a:r>
              <a:t>WTI可能上探</a:t>
            </a:r>
            <a:br/>
            <a:r>
              <a:t>$100-$110/桶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291840" cy="22860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C40F"/>
                </a:solidFill>
                <a:latin typeface="Microsoft YaHei"/>
              </a:defRPr>
            </a:pPr>
            <a:r>
              <a:t>中期 (1-3个月)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取决于停火前景</a:t>
            </a:r>
            <a:br/>
            <a:r>
              <a:t>霍尔木兹海峡能否重开</a:t>
            </a:r>
            <a:br/>
            <a:r>
              <a:t>冲突长期化 -&gt;</a:t>
            </a:r>
            <a:br/>
            <a:r>
              <a:t>类似1970年代石油危机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291840" cy="2286000"/>
          </a:xfrm>
          <a:prstGeom prst="roundRect">
            <a:avLst/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Microsoft YaHei"/>
              </a:defRPr>
            </a:pPr>
            <a:r>
              <a:t>极端情景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曼德海峡受阻 +</a:t>
            </a:r>
            <a:br/>
            <a:r>
              <a:t>沙特出口全面中断</a:t>
            </a:r>
            <a:br/>
            <a:r>
              <a:t>-&gt; $200/桶</a:t>
            </a:r>
            <a:br/>
            <a:r>
              <a:t>全球经济衰退风险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D26"/>
                </a:solidFill>
                <a:latin typeface="Microsoft YaHei"/>
              </a:defRPr>
            </a:pPr>
            <a:r>
              <a:t>关键观察指标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(1) 霍尔木兹海峡通航状态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(2) 伊朗对海湾能源设施的攻击频率与范围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(3) 美国SPR释放与政策干预力度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(4) OPEC+产量决策与闲置产能释放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(5) 曼德海峡(Bab el-Mandeb)胡塞武装动向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108960"/>
            <a:ext cx="12191695" cy="73152"/>
          </a:xfrm>
          <a:prstGeom prst="roundRect">
            <a:avLst/>
          </a:prstGeom>
          <a:solidFill>
            <a:srgbClr val="E85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数据来源: OilPrice.com / Reuters / ING Research / JPMorgan / Kpler / CNBC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报告时间: 2026年3月19日 13:00 UTC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